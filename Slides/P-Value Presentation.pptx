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b23cae2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13b23cae2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39fe36a1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39fe36a1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239fe36a1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239fe36a13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3b23cae2d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13b23cae2d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n"/>
              <a:t>Cats prefer fish shaped food to triangle shaped food. </a:t>
            </a:r>
            <a:endParaRPr/>
          </a:p>
          <a:p>
            <a:pPr indent="-298450" lvl="0" marL="457200" rtl="0" algn="l">
              <a:lnSpc>
                <a:spcPct val="100000"/>
              </a:lnSpc>
              <a:spcBef>
                <a:spcPts val="0"/>
              </a:spcBef>
              <a:spcAft>
                <a:spcPts val="0"/>
              </a:spcAft>
              <a:buSzPts val="1100"/>
              <a:buAutoNum type="arabicPeriod"/>
            </a:pPr>
            <a:r>
              <a:rPr lang="en"/>
              <a:t>Plants grow faster under red light than yellow light. </a:t>
            </a:r>
            <a:endParaRPr/>
          </a:p>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b23cae2d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13b23cae2dc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3ab0e7df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3ab0e7df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39fe36a1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239fe36a1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b23cae2d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13b23cae2dc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field where you would want an even lower p-value would be something along the lines of medicine.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321efcaa0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321efcaa0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239fe36a1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239fe36a1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321efcaa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321efcaa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39fe36a13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239fe36a13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39fe36a1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239fe36a1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3b23cae2d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13b23cae2dc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420d8992d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420d8992d6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20d8992d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420d8992d6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20d8992d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420d8992d6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239fe36a1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239fe36a13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3b23cae2d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13b23cae2dc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3b23cae2d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13b23cae2dc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7.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bg>
      <p:bgPr>
        <a:solidFill>
          <a:schemeClr val="accent2"/>
        </a:solidFill>
      </p:bgPr>
    </p:bg>
    <p:spTree>
      <p:nvGrpSpPr>
        <p:cNvPr id="11" name="Shape 11"/>
        <p:cNvGrpSpPr/>
        <p:nvPr/>
      </p:nvGrpSpPr>
      <p:grpSpPr>
        <a:xfrm>
          <a:off x="0" y="0"/>
          <a:ext cx="0" cy="0"/>
          <a:chOff x="0" y="0"/>
          <a:chExt cx="0" cy="0"/>
        </a:xfrm>
      </p:grpSpPr>
      <p:pic>
        <p:nvPicPr>
          <p:cNvPr descr="New_DOE_Logo_White_060208.eps" id="12" name="Google Shape;12;p2"/>
          <p:cNvPicPr preferRelativeResize="0"/>
          <p:nvPr/>
        </p:nvPicPr>
        <p:blipFill rotWithShape="1">
          <a:blip r:embed="rId2">
            <a:alphaModFix/>
          </a:blip>
          <a:srcRect b="0" l="0" r="0" t="0"/>
          <a:stretch/>
        </p:blipFill>
        <p:spPr>
          <a:xfrm>
            <a:off x="1777270" y="4098142"/>
            <a:ext cx="1127853" cy="274320"/>
          </a:xfrm>
          <a:prstGeom prst="rect">
            <a:avLst/>
          </a:prstGeom>
          <a:noFill/>
          <a:ln>
            <a:noFill/>
          </a:ln>
        </p:spPr>
      </p:pic>
      <p:pic>
        <p:nvPicPr>
          <p:cNvPr descr="Seal_wordmark.eps" id="13" name="Google Shape;13;p2"/>
          <p:cNvPicPr preferRelativeResize="0"/>
          <p:nvPr/>
        </p:nvPicPr>
        <p:blipFill rotWithShape="1">
          <a:blip r:embed="rId3">
            <a:alphaModFix/>
          </a:blip>
          <a:srcRect b="0" l="0" r="0" t="0"/>
          <a:stretch/>
        </p:blipFill>
        <p:spPr>
          <a:xfrm>
            <a:off x="6412447" y="4063852"/>
            <a:ext cx="1123544" cy="342900"/>
          </a:xfrm>
          <a:prstGeom prst="rect">
            <a:avLst/>
          </a:prstGeom>
          <a:noFill/>
          <a:ln>
            <a:noFill/>
          </a:ln>
        </p:spPr>
      </p:pic>
      <p:pic>
        <p:nvPicPr>
          <p:cNvPr descr="A picture containing drawing&#10;&#10;Description automatically generated" id="14" name="Google Shape;14;p2"/>
          <p:cNvPicPr preferRelativeResize="0"/>
          <p:nvPr/>
        </p:nvPicPr>
        <p:blipFill rotWithShape="1">
          <a:blip r:embed="rId4">
            <a:alphaModFix/>
          </a:blip>
          <a:srcRect b="0" l="0" r="0" t="0"/>
          <a:stretch/>
        </p:blipFill>
        <p:spPr>
          <a:xfrm>
            <a:off x="2905125" y="2195513"/>
            <a:ext cx="3333749" cy="7524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pic>
        <p:nvPicPr>
          <p:cNvPr descr="XBD200302-00063-02.jpg" id="16" name="Google Shape;16;p3"/>
          <p:cNvPicPr preferRelativeResize="0"/>
          <p:nvPr/>
        </p:nvPicPr>
        <p:blipFill rotWithShape="1">
          <a:blip r:embed="rId2">
            <a:alphaModFix/>
          </a:blip>
          <a:srcRect b="1719" l="3206" r="66401" t="26354"/>
          <a:stretch/>
        </p:blipFill>
        <p:spPr>
          <a:xfrm>
            <a:off x="0" y="800100"/>
            <a:ext cx="9143999" cy="4343400"/>
          </a:xfrm>
          <a:prstGeom prst="rect">
            <a:avLst/>
          </a:prstGeom>
          <a:noFill/>
          <a:ln>
            <a:noFill/>
          </a:ln>
        </p:spPr>
      </p:pic>
      <p:sp>
        <p:nvSpPr>
          <p:cNvPr id="17" name="Google Shape;17;p3"/>
          <p:cNvSpPr/>
          <p:nvPr/>
        </p:nvSpPr>
        <p:spPr>
          <a:xfrm>
            <a:off x="0" y="800100"/>
            <a:ext cx="9144000" cy="4343400"/>
          </a:xfrm>
          <a:prstGeom prst="rect">
            <a:avLst/>
          </a:prstGeom>
          <a:solidFill>
            <a:srgbClr val="376092">
              <a:alpha val="9059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 name="Google Shape;18;p3"/>
          <p:cNvSpPr txBox="1"/>
          <p:nvPr>
            <p:ph idx="1" type="subTitle"/>
          </p:nvPr>
        </p:nvSpPr>
        <p:spPr>
          <a:xfrm>
            <a:off x="1371599" y="2914650"/>
            <a:ext cx="7083000" cy="1314600"/>
          </a:xfrm>
          <a:prstGeom prst="rect">
            <a:avLst/>
          </a:prstGeom>
          <a:noFill/>
          <a:ln>
            <a:noFill/>
          </a:ln>
        </p:spPr>
        <p:txBody>
          <a:bodyPr anchorCtr="0" anchor="t" bIns="34275" lIns="68575" spcFirstLastPara="1" rIns="68575" wrap="square" tIns="34275">
            <a:noAutofit/>
          </a:bodyPr>
          <a:lstStyle>
            <a:lvl1pPr lvl="0" marR="0" rtl="0" algn="l">
              <a:spcBef>
                <a:spcPts val="7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lvl="1" marR="0" rtl="0" algn="ctr">
              <a:spcBef>
                <a:spcPts val="400"/>
              </a:spcBef>
              <a:spcAft>
                <a:spcPts val="0"/>
              </a:spcAft>
              <a:buClr>
                <a:srgbClr val="003366"/>
              </a:buClr>
              <a:buSzPts val="1500"/>
              <a:buFont typeface="Arial"/>
              <a:buNone/>
              <a:defRPr b="0" i="0" sz="1800" u="none" cap="none" strike="noStrike">
                <a:solidFill>
                  <a:srgbClr val="003366"/>
                </a:solidFill>
                <a:latin typeface="Arial"/>
                <a:ea typeface="Arial"/>
                <a:cs typeface="Arial"/>
                <a:sym typeface="Arial"/>
              </a:defRPr>
            </a:lvl2pPr>
            <a:lvl3pPr lvl="2" marR="0" rtl="0" algn="ctr">
              <a:spcBef>
                <a:spcPts val="300"/>
              </a:spcBef>
              <a:spcAft>
                <a:spcPts val="0"/>
              </a:spcAft>
              <a:buClr>
                <a:srgbClr val="003366"/>
              </a:buClr>
              <a:buSzPts val="1400"/>
              <a:buFont typeface="Merriweather Sans"/>
              <a:buNone/>
              <a:defRPr b="0" i="0" sz="1800" u="none" cap="none" strike="noStrike">
                <a:solidFill>
                  <a:srgbClr val="003366"/>
                </a:solidFill>
                <a:latin typeface="Arial"/>
                <a:ea typeface="Arial"/>
                <a:cs typeface="Arial"/>
                <a:sym typeface="Arial"/>
              </a:defRPr>
            </a:lvl3pPr>
            <a:lvl4pPr lvl="3" marR="0" rtl="0" algn="ctr">
              <a:spcBef>
                <a:spcPts val="400"/>
              </a:spcBef>
              <a:spcAft>
                <a:spcPts val="0"/>
              </a:spcAft>
              <a:buClr>
                <a:srgbClr val="003366"/>
              </a:buClr>
              <a:buSzPts val="1400"/>
              <a:buFont typeface="Merriweather Sans"/>
              <a:buNone/>
              <a:defRPr b="0" i="0" sz="1800" u="none" cap="none" strike="noStrike">
                <a:solidFill>
                  <a:srgbClr val="003366"/>
                </a:solidFill>
                <a:latin typeface="Arial"/>
                <a:ea typeface="Arial"/>
                <a:cs typeface="Arial"/>
                <a:sym typeface="Arial"/>
              </a:defRPr>
            </a:lvl4pPr>
            <a:lvl5pPr lvl="4" marR="0" rtl="0" algn="ctr">
              <a:spcBef>
                <a:spcPts val="400"/>
              </a:spcBef>
              <a:spcAft>
                <a:spcPts val="0"/>
              </a:spcAft>
              <a:buClr>
                <a:srgbClr val="003366"/>
              </a:buClr>
              <a:buSzPts val="1800"/>
              <a:buFont typeface="Arial"/>
              <a:buNone/>
              <a:defRPr b="0" i="0" sz="1800" u="none" cap="none" strike="noStrike">
                <a:solidFill>
                  <a:srgbClr val="003366"/>
                </a:solidFill>
                <a:latin typeface="Arial"/>
                <a:ea typeface="Arial"/>
                <a:cs typeface="Arial"/>
                <a:sym typeface="Arial"/>
              </a:defRPr>
            </a:lvl5pPr>
            <a:lvl6pPr lvl="5" marR="0" rtl="0" algn="ctr">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6pPr>
            <a:lvl7pPr lvl="6" marR="0" rtl="0" algn="ctr">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7pPr>
            <a:lvl8pPr lvl="7" marR="0" rtl="0" algn="ctr">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8pPr>
            <a:lvl9pPr lvl="8" marR="0" rtl="0" algn="ctr">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9pPr>
          </a:lstStyle>
          <a:p/>
        </p:txBody>
      </p:sp>
      <p:pic>
        <p:nvPicPr>
          <p:cNvPr descr="XBD200302-00063-02.jpg" id="19" name="Google Shape;19;p3"/>
          <p:cNvPicPr preferRelativeResize="0"/>
          <p:nvPr/>
        </p:nvPicPr>
        <p:blipFill rotWithShape="1">
          <a:blip r:embed="rId2">
            <a:alphaModFix/>
          </a:blip>
          <a:srcRect b="1719" l="3206" r="66401" t="26354"/>
          <a:stretch/>
        </p:blipFill>
        <p:spPr>
          <a:xfrm>
            <a:off x="0" y="800100"/>
            <a:ext cx="9143999" cy="4343400"/>
          </a:xfrm>
          <a:prstGeom prst="rect">
            <a:avLst/>
          </a:prstGeom>
          <a:noFill/>
          <a:ln>
            <a:noFill/>
          </a:ln>
        </p:spPr>
      </p:pic>
      <p:sp>
        <p:nvSpPr>
          <p:cNvPr id="20" name="Google Shape;20;p3"/>
          <p:cNvSpPr/>
          <p:nvPr/>
        </p:nvSpPr>
        <p:spPr>
          <a:xfrm>
            <a:off x="0" y="800100"/>
            <a:ext cx="9144000" cy="4343400"/>
          </a:xfrm>
          <a:prstGeom prst="rect">
            <a:avLst/>
          </a:prstGeom>
          <a:solidFill>
            <a:schemeClr val="dk1">
              <a:alpha val="898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 name="Google Shape;21;p3"/>
          <p:cNvSpPr/>
          <p:nvPr/>
        </p:nvSpPr>
        <p:spPr>
          <a:xfrm>
            <a:off x="0" y="0"/>
            <a:ext cx="9144000" cy="800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3"/>
          <p:cNvSpPr txBox="1"/>
          <p:nvPr>
            <p:ph type="title"/>
          </p:nvPr>
        </p:nvSpPr>
        <p:spPr>
          <a:xfrm>
            <a:off x="1076960" y="1140143"/>
            <a:ext cx="7579200" cy="857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solidFill>
                  <a:schemeClr val="lt1"/>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pic>
        <p:nvPicPr>
          <p:cNvPr descr="DOE_Logo_White.png" id="23" name="Google Shape;23;p3"/>
          <p:cNvPicPr preferRelativeResize="0"/>
          <p:nvPr/>
        </p:nvPicPr>
        <p:blipFill rotWithShape="1">
          <a:blip r:embed="rId3">
            <a:alphaModFix/>
          </a:blip>
          <a:srcRect b="0" l="0" r="0" t="0"/>
          <a:stretch/>
        </p:blipFill>
        <p:spPr>
          <a:xfrm>
            <a:off x="7747165" y="281464"/>
            <a:ext cx="1132262" cy="274321"/>
          </a:xfrm>
          <a:prstGeom prst="rect">
            <a:avLst/>
          </a:prstGeom>
          <a:noFill/>
          <a:ln>
            <a:noFill/>
          </a:ln>
        </p:spPr>
      </p:pic>
      <p:pic>
        <p:nvPicPr>
          <p:cNvPr descr="A picture containing drawing&#10;&#10;Description automatically generated" id="24" name="Google Shape;24;p3"/>
          <p:cNvPicPr preferRelativeResize="0"/>
          <p:nvPr/>
        </p:nvPicPr>
        <p:blipFill rotWithShape="1">
          <a:blip r:embed="rId4">
            <a:alphaModFix/>
          </a:blip>
          <a:srcRect b="0" l="0" r="0" t="0"/>
          <a:stretch/>
        </p:blipFill>
        <p:spPr>
          <a:xfrm>
            <a:off x="206148" y="129540"/>
            <a:ext cx="2430683" cy="54864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solidFill>
                  <a:schemeClr val="dk1"/>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7" name="Google Shape;27;p4"/>
          <p:cNvSpPr txBox="1"/>
          <p:nvPr>
            <p:ph idx="1" type="body"/>
          </p:nvPr>
        </p:nvSpPr>
        <p:spPr>
          <a:xfrm>
            <a:off x="457201" y="1179910"/>
            <a:ext cx="8229600" cy="32766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900"/>
              </a:spcBef>
              <a:spcAft>
                <a:spcPts val="0"/>
              </a:spcAft>
              <a:buSzPts val="1100"/>
              <a:buNone/>
              <a:defRPr b="0" i="0" sz="1800" u="none" cap="none" strike="noStrike">
                <a:solidFill>
                  <a:schemeClr val="dk1"/>
                </a:solidFill>
                <a:latin typeface="Arial"/>
                <a:ea typeface="Arial"/>
                <a:cs typeface="Arial"/>
                <a:sym typeface="Arial"/>
              </a:defRPr>
            </a:lvl1pPr>
            <a:lvl2pPr indent="-323850" lvl="1" marL="914400" marR="0" rtl="0" algn="l">
              <a:spcBef>
                <a:spcPts val="700"/>
              </a:spcBef>
              <a:spcAft>
                <a:spcPts val="0"/>
              </a:spcAft>
              <a:buClr>
                <a:schemeClr val="dk1"/>
              </a:buClr>
              <a:buSzPts val="1500"/>
              <a:buFont typeface="Arial"/>
              <a:buChar char="•"/>
              <a:defRPr b="0" i="0" sz="1800" u="none" cap="none" strike="noStrike">
                <a:solidFill>
                  <a:schemeClr val="dk1"/>
                </a:solidFill>
                <a:latin typeface="Arial"/>
                <a:ea typeface="Arial"/>
                <a:cs typeface="Arial"/>
                <a:sym typeface="Arial"/>
              </a:defRPr>
            </a:lvl2pPr>
            <a:lvl3pPr indent="-317500" lvl="2" marL="1371600" marR="0" rtl="0" algn="l">
              <a:spcBef>
                <a:spcPts val="400"/>
              </a:spcBef>
              <a:spcAft>
                <a:spcPts val="0"/>
              </a:spcAft>
              <a:buClr>
                <a:schemeClr val="dk1"/>
              </a:buClr>
              <a:buSzPts val="1400"/>
              <a:buFont typeface="Merriweather Sans"/>
              <a:buChar char="–"/>
              <a:defRPr b="0" i="0" sz="1800" u="none" cap="none" strike="noStrike">
                <a:solidFill>
                  <a:schemeClr val="dk1"/>
                </a:solidFill>
                <a:latin typeface="Arial"/>
                <a:ea typeface="Arial"/>
                <a:cs typeface="Arial"/>
                <a:sym typeface="Arial"/>
              </a:defRPr>
            </a:lvl3pPr>
            <a:lvl4pPr indent="-285750" lvl="3" marL="1828800" marR="0" rtl="0" algn="l">
              <a:spcBef>
                <a:spcPts val="300"/>
              </a:spcBef>
              <a:spcAft>
                <a:spcPts val="0"/>
              </a:spcAft>
              <a:buClr>
                <a:schemeClr val="dk1"/>
              </a:buClr>
              <a:buSzPts val="9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rgbClr val="003366"/>
              </a:buClr>
              <a:buSzPts val="1800"/>
              <a:buFont typeface="Arial"/>
              <a:buChar char="»"/>
              <a:defRPr b="0" i="0" sz="1800" u="none" cap="none" strike="noStrike">
                <a:solidFill>
                  <a:srgbClr val="003366"/>
                </a:solidFill>
                <a:latin typeface="Arial"/>
                <a:ea typeface="Arial"/>
                <a:cs typeface="Arial"/>
                <a:sym typeface="Arial"/>
              </a:defRPr>
            </a:lvl5pPr>
            <a:lvl6pPr indent="-323850" lvl="5" marL="27432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6pPr>
            <a:lvl7pPr indent="-323850" lvl="6" marL="32004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7pPr>
            <a:lvl8pPr indent="-323850" lvl="7" marL="36576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8pPr>
            <a:lvl9pPr indent="-323850" lvl="8" marL="41148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9pPr>
          </a:lstStyle>
          <a:p/>
        </p:txBody>
      </p:sp>
      <p:sp>
        <p:nvSpPr>
          <p:cNvPr id="28" name="Google Shape;28;p4"/>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9" name="Google Shape;29;p4"/>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5"/>
          <p:cNvSpPr txBox="1"/>
          <p:nvPr>
            <p:ph type="title"/>
          </p:nvPr>
        </p:nvSpPr>
        <p:spPr>
          <a:xfrm>
            <a:off x="457200" y="3305176"/>
            <a:ext cx="8229600" cy="1021500"/>
          </a:xfrm>
          <a:prstGeom prst="rect">
            <a:avLst/>
          </a:prstGeom>
          <a:noFill/>
          <a:ln>
            <a:noFill/>
          </a:ln>
        </p:spPr>
        <p:txBody>
          <a:bodyPr anchorCtr="0" anchor="t" bIns="34275" lIns="68575" spcFirstLastPara="1" rIns="68575" wrap="square" tIns="34275">
            <a:noAutofit/>
          </a:bodyPr>
          <a:lstStyle>
            <a:lvl1pPr lvl="0" rtl="0" algn="l">
              <a:spcBef>
                <a:spcPts val="0"/>
              </a:spcBef>
              <a:spcAft>
                <a:spcPts val="0"/>
              </a:spcAft>
              <a:buSzPts val="1100"/>
              <a:buNone/>
              <a:defRPr b="1" sz="2400" cap="none">
                <a:solidFill>
                  <a:srgbClr val="00395A"/>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2" name="Google Shape;32;p5"/>
          <p:cNvSpPr txBox="1"/>
          <p:nvPr>
            <p:ph idx="1" type="body"/>
          </p:nvPr>
        </p:nvSpPr>
        <p:spPr>
          <a:xfrm>
            <a:off x="457200" y="2180035"/>
            <a:ext cx="8229600" cy="1125300"/>
          </a:xfrm>
          <a:prstGeom prst="rect">
            <a:avLst/>
          </a:prstGeom>
          <a:noFill/>
          <a:ln>
            <a:noFill/>
          </a:ln>
        </p:spPr>
        <p:txBody>
          <a:bodyPr anchorCtr="0" anchor="b" bIns="34275" lIns="68575" spcFirstLastPara="1" rIns="68575" wrap="square" tIns="34275">
            <a:noAutofit/>
          </a:bodyPr>
          <a:lstStyle>
            <a:lvl1pPr indent="-228600" lvl="0" marL="457200" marR="0" rtl="0" algn="l">
              <a:spcBef>
                <a:spcPts val="7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rgbClr val="003366"/>
              </a:buClr>
              <a:buSzPts val="1100"/>
              <a:buFont typeface="Arial"/>
              <a:buNone/>
              <a:defRPr b="0" i="0" sz="1400" u="none" cap="none" strike="noStrike">
                <a:solidFill>
                  <a:srgbClr val="003366"/>
                </a:solidFill>
                <a:latin typeface="Arial"/>
                <a:ea typeface="Arial"/>
                <a:cs typeface="Arial"/>
                <a:sym typeface="Arial"/>
              </a:defRPr>
            </a:lvl2pPr>
            <a:lvl3pPr indent="-228600" lvl="2" marL="1371600" marR="0" rtl="0" algn="l">
              <a:spcBef>
                <a:spcPts val="300"/>
              </a:spcBef>
              <a:spcAft>
                <a:spcPts val="0"/>
              </a:spcAft>
              <a:buClr>
                <a:srgbClr val="003366"/>
              </a:buClr>
              <a:buSzPts val="900"/>
              <a:buFont typeface="Merriweather Sans"/>
              <a:buNone/>
              <a:defRPr b="0" i="0" sz="1200" u="none" cap="none" strike="noStrike">
                <a:solidFill>
                  <a:srgbClr val="003366"/>
                </a:solidFill>
                <a:latin typeface="Arial"/>
                <a:ea typeface="Arial"/>
                <a:cs typeface="Arial"/>
                <a:sym typeface="Arial"/>
              </a:defRPr>
            </a:lvl3pPr>
            <a:lvl4pPr indent="-228600" lvl="3" marL="1828800" marR="0" rtl="0" algn="l">
              <a:spcBef>
                <a:spcPts val="200"/>
              </a:spcBef>
              <a:spcAft>
                <a:spcPts val="0"/>
              </a:spcAft>
              <a:buClr>
                <a:srgbClr val="003366"/>
              </a:buClr>
              <a:buSzPts val="800"/>
              <a:buFont typeface="Merriweather Sans"/>
              <a:buNone/>
              <a:defRPr b="0" i="0" sz="1100" u="none" cap="none" strike="noStrike">
                <a:solidFill>
                  <a:srgbClr val="003366"/>
                </a:solidFill>
                <a:latin typeface="Arial"/>
                <a:ea typeface="Arial"/>
                <a:cs typeface="Arial"/>
                <a:sym typeface="Arial"/>
              </a:defRPr>
            </a:lvl4pPr>
            <a:lvl5pPr indent="-228600" lvl="4" marL="2286000" marR="0" rtl="0" algn="l">
              <a:spcBef>
                <a:spcPts val="200"/>
              </a:spcBef>
              <a:spcAft>
                <a:spcPts val="0"/>
              </a:spcAft>
              <a:buClr>
                <a:srgbClr val="003366"/>
              </a:buClr>
              <a:buSzPts val="1100"/>
              <a:buFont typeface="Arial"/>
              <a:buNone/>
              <a:defRPr b="0" i="0" sz="1100" u="none" cap="none" strike="noStrike">
                <a:solidFill>
                  <a:srgbClr val="003366"/>
                </a:solidFill>
                <a:latin typeface="Arial"/>
                <a:ea typeface="Arial"/>
                <a:cs typeface="Arial"/>
                <a:sym typeface="Arial"/>
              </a:defRPr>
            </a:lvl5pPr>
            <a:lvl6pPr indent="-228600" lvl="5" marL="2743200" marR="0" rtl="0" algn="l">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6pPr>
            <a:lvl7pPr indent="-228600" lvl="6" marL="3200400" marR="0" rtl="0" algn="l">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7pPr>
            <a:lvl8pPr indent="-228600" lvl="7" marL="3657600" marR="0" rtl="0" algn="l">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8pPr>
            <a:lvl9pPr indent="-228600" lvl="8" marL="4114800" marR="0" rtl="0" algn="l">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9pPr>
          </a:lstStyle>
          <a:p/>
        </p:txBody>
      </p:sp>
      <p:sp>
        <p:nvSpPr>
          <p:cNvPr id="33" name="Google Shape;33;p5"/>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4" name="Google Shape;34;p5"/>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a:lvl1pPr>
            <a:lvl2pPr indent="0" lvl="1" marL="0" rtl="0" algn="ctr">
              <a:spcBef>
                <a:spcPts val="0"/>
              </a:spcBef>
              <a:spcAft>
                <a:spcPts val="0"/>
              </a:spcAft>
              <a:buNone/>
              <a:defRPr/>
            </a:lvl2pPr>
            <a:lvl3pPr indent="0" lvl="2" marL="0" rtl="0" algn="ctr">
              <a:spcBef>
                <a:spcPts val="0"/>
              </a:spcBef>
              <a:spcAft>
                <a:spcPts val="0"/>
              </a:spcAft>
              <a:buNone/>
              <a:defRPr/>
            </a:lvl3pPr>
            <a:lvl4pPr indent="0" lvl="3" marL="0" rtl="0" algn="ctr">
              <a:spcBef>
                <a:spcPts val="0"/>
              </a:spcBef>
              <a:spcAft>
                <a:spcPts val="0"/>
              </a:spcAft>
              <a:buNone/>
              <a:defRPr/>
            </a:lvl4pPr>
            <a:lvl5pPr indent="0" lvl="4" marL="0" rtl="0" algn="ctr">
              <a:spcBef>
                <a:spcPts val="0"/>
              </a:spcBef>
              <a:spcAft>
                <a:spcPts val="0"/>
              </a:spcAft>
              <a:buNone/>
              <a:defRPr/>
            </a:lvl5pPr>
            <a:lvl6pPr indent="0" lvl="5" marL="0" rtl="0" algn="ctr">
              <a:spcBef>
                <a:spcPts val="0"/>
              </a:spcBef>
              <a:spcAft>
                <a:spcPts val="0"/>
              </a:spcAft>
              <a:buNone/>
              <a:defRPr/>
            </a:lvl6pPr>
            <a:lvl7pPr indent="0" lvl="6" marL="0" rtl="0" algn="ctr">
              <a:spcBef>
                <a:spcPts val="0"/>
              </a:spcBef>
              <a:spcAft>
                <a:spcPts val="0"/>
              </a:spcAft>
              <a:buNone/>
              <a:defRPr/>
            </a:lvl7pPr>
            <a:lvl8pPr indent="0" lvl="7" marL="0" rtl="0" algn="ctr">
              <a:spcBef>
                <a:spcPts val="0"/>
              </a:spcBef>
              <a:spcAft>
                <a:spcPts val="0"/>
              </a:spcAft>
              <a:buNone/>
              <a:defRPr/>
            </a:lvl8pPr>
            <a:lvl9pPr indent="0" lvl="8" marL="0" rtl="0" algn="ctr">
              <a:spcBef>
                <a:spcPts val="0"/>
              </a:spcBef>
              <a:spcAft>
                <a:spcPts val="0"/>
              </a:spcAft>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6"/>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solidFill>
                  <a:schemeClr val="dk1"/>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7" name="Google Shape;37;p6"/>
          <p:cNvSpPr txBox="1"/>
          <p:nvPr>
            <p:ph idx="1" type="body"/>
          </p:nvPr>
        </p:nvSpPr>
        <p:spPr>
          <a:xfrm>
            <a:off x="457200" y="1198960"/>
            <a:ext cx="4038600" cy="32586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SzPts val="1100"/>
              <a:buNone/>
              <a:defRPr b="0" i="0" sz="1500" u="none" cap="none" strike="noStrike">
                <a:solidFill>
                  <a:schemeClr val="dk1"/>
                </a:solidFill>
                <a:latin typeface="Arial"/>
                <a:ea typeface="Arial"/>
                <a:cs typeface="Arial"/>
                <a:sym typeface="Arial"/>
              </a:defRPr>
            </a:lvl1pPr>
            <a:lvl2pPr indent="-311150" lvl="1" marL="914400" marR="0" rtl="0" algn="l">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92100" lvl="3" marL="1828800" marR="0" rtl="0" algn="l">
              <a:spcBef>
                <a:spcPts val="300"/>
              </a:spcBef>
              <a:spcAft>
                <a:spcPts val="0"/>
              </a:spcAft>
              <a:buClr>
                <a:srgbClr val="003366"/>
              </a:buClr>
              <a:buSzPts val="1000"/>
              <a:buFont typeface="Merriweather Sans"/>
              <a:buChar char="–"/>
              <a:defRPr b="0" i="0" sz="1400" u="none" cap="none" strike="noStrike">
                <a:solidFill>
                  <a:srgbClr val="003366"/>
                </a:solidFill>
                <a:latin typeface="Arial"/>
                <a:ea typeface="Arial"/>
                <a:cs typeface="Arial"/>
                <a:sym typeface="Arial"/>
              </a:defRPr>
            </a:lvl4pPr>
            <a:lvl5pPr indent="-317500" lvl="4" marL="2286000" marR="0" rtl="0" algn="l">
              <a:spcBef>
                <a:spcPts val="300"/>
              </a:spcBef>
              <a:spcAft>
                <a:spcPts val="0"/>
              </a:spcAft>
              <a:buClr>
                <a:srgbClr val="003366"/>
              </a:buClr>
              <a:buSzPts val="1400"/>
              <a:buFont typeface="Arial"/>
              <a:buChar char="»"/>
              <a:defRPr b="0" i="0" sz="1400" u="none" cap="none" strike="noStrike">
                <a:solidFill>
                  <a:srgbClr val="003366"/>
                </a:solidFill>
                <a:latin typeface="Arial"/>
                <a:ea typeface="Arial"/>
                <a:cs typeface="Arial"/>
                <a:sym typeface="Arial"/>
              </a:defRPr>
            </a:lvl5pPr>
            <a:lvl6pPr indent="-317500" lvl="5" marL="27432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6pPr>
            <a:lvl7pPr indent="-317500" lvl="6" marL="32004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7pPr>
            <a:lvl8pPr indent="-317500" lvl="7" marL="36576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8pPr>
            <a:lvl9pPr indent="-317500" lvl="8" marL="41148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9pPr>
          </a:lstStyle>
          <a:p/>
        </p:txBody>
      </p:sp>
      <p:sp>
        <p:nvSpPr>
          <p:cNvPr id="38" name="Google Shape;38;p6"/>
          <p:cNvSpPr txBox="1"/>
          <p:nvPr>
            <p:ph idx="2" type="body"/>
          </p:nvPr>
        </p:nvSpPr>
        <p:spPr>
          <a:xfrm>
            <a:off x="4648200" y="1198960"/>
            <a:ext cx="4038600" cy="32586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SzPts val="1100"/>
              <a:buNone/>
              <a:defRPr b="0" i="0" sz="1500" u="none" cap="none" strike="noStrike">
                <a:solidFill>
                  <a:schemeClr val="dk1"/>
                </a:solidFill>
                <a:latin typeface="Arial"/>
                <a:ea typeface="Arial"/>
                <a:cs typeface="Arial"/>
                <a:sym typeface="Arial"/>
              </a:defRPr>
            </a:lvl1pPr>
            <a:lvl2pPr indent="-311150" lvl="1" marL="914400" marR="0" rtl="0" algn="l">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92100" lvl="3" marL="1828800" marR="0" rtl="0" algn="l">
              <a:spcBef>
                <a:spcPts val="300"/>
              </a:spcBef>
              <a:spcAft>
                <a:spcPts val="0"/>
              </a:spcAft>
              <a:buClr>
                <a:srgbClr val="003366"/>
              </a:buClr>
              <a:buSzPts val="1000"/>
              <a:buFont typeface="Merriweather Sans"/>
              <a:buChar char="–"/>
              <a:defRPr b="0" i="0" sz="1400" u="none" cap="none" strike="noStrike">
                <a:solidFill>
                  <a:srgbClr val="003366"/>
                </a:solidFill>
                <a:latin typeface="Arial"/>
                <a:ea typeface="Arial"/>
                <a:cs typeface="Arial"/>
                <a:sym typeface="Arial"/>
              </a:defRPr>
            </a:lvl4pPr>
            <a:lvl5pPr indent="-317500" lvl="4" marL="2286000" marR="0" rtl="0" algn="l">
              <a:spcBef>
                <a:spcPts val="300"/>
              </a:spcBef>
              <a:spcAft>
                <a:spcPts val="0"/>
              </a:spcAft>
              <a:buClr>
                <a:srgbClr val="003366"/>
              </a:buClr>
              <a:buSzPts val="1400"/>
              <a:buFont typeface="Arial"/>
              <a:buChar char="»"/>
              <a:defRPr b="0" i="0" sz="1400" u="none" cap="none" strike="noStrike">
                <a:solidFill>
                  <a:srgbClr val="003366"/>
                </a:solidFill>
                <a:latin typeface="Arial"/>
                <a:ea typeface="Arial"/>
                <a:cs typeface="Arial"/>
                <a:sym typeface="Arial"/>
              </a:defRPr>
            </a:lvl5pPr>
            <a:lvl6pPr indent="-317500" lvl="5" marL="27432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6pPr>
            <a:lvl7pPr indent="-317500" lvl="6" marL="32004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7pPr>
            <a:lvl8pPr indent="-317500" lvl="7" marL="36576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8pPr>
            <a:lvl9pPr indent="-317500" lvl="8" marL="4114800" marR="0" rtl="0" algn="l">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9pPr>
          </a:lstStyle>
          <a:p/>
        </p:txBody>
      </p:sp>
      <p:sp>
        <p:nvSpPr>
          <p:cNvPr id="39" name="Google Shape;39;p6"/>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0" name="Google Shape;40;p6"/>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solidFill>
                  <a:schemeClr val="dk1"/>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3" name="Google Shape;43;p7"/>
          <p:cNvSpPr txBox="1"/>
          <p:nvPr>
            <p:ph idx="1" type="body"/>
          </p:nvPr>
        </p:nvSpPr>
        <p:spPr>
          <a:xfrm>
            <a:off x="457200" y="1151335"/>
            <a:ext cx="4040100" cy="480000"/>
          </a:xfrm>
          <a:prstGeom prst="rect">
            <a:avLst/>
          </a:prstGeom>
          <a:noFill/>
          <a:ln>
            <a:noFill/>
          </a:ln>
        </p:spPr>
        <p:txBody>
          <a:bodyPr anchorCtr="0" anchor="b" bIns="34275" lIns="68575" spcFirstLastPara="1" rIns="68575" wrap="square" tIns="34275">
            <a:noAutofit/>
          </a:bodyPr>
          <a:lstStyle>
            <a:lvl1pPr indent="-228600" lvl="0" marL="457200" marR="0" rtl="0" algn="l">
              <a:spcBef>
                <a:spcPts val="700"/>
              </a:spcBef>
              <a:spcAft>
                <a:spcPts val="0"/>
              </a:spcAft>
              <a:buClr>
                <a:schemeClr val="dk1"/>
              </a:buClr>
              <a:buSzPts val="1500"/>
              <a:buFont typeface="Arial"/>
              <a:buNone/>
              <a:defRPr b="1" i="0" sz="15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rgbClr val="003366"/>
              </a:buClr>
              <a:buSzPts val="1300"/>
              <a:buFont typeface="Arial"/>
              <a:buNone/>
              <a:defRPr b="1" i="0" sz="1500" u="none" cap="none" strike="noStrike">
                <a:solidFill>
                  <a:srgbClr val="003366"/>
                </a:solidFill>
                <a:latin typeface="Arial"/>
                <a:ea typeface="Arial"/>
                <a:cs typeface="Arial"/>
                <a:sym typeface="Arial"/>
              </a:defRPr>
            </a:lvl2pPr>
            <a:lvl3pPr indent="-228600" lvl="2" marL="1371600" marR="0" rtl="0" algn="l">
              <a:spcBef>
                <a:spcPts val="300"/>
              </a:spcBef>
              <a:spcAft>
                <a:spcPts val="0"/>
              </a:spcAft>
              <a:buClr>
                <a:srgbClr val="003366"/>
              </a:buClr>
              <a:buSzPts val="1000"/>
              <a:buFont typeface="Merriweather Sans"/>
              <a:buNone/>
              <a:defRPr b="1" i="0" sz="1400" u="none" cap="none" strike="noStrike">
                <a:solidFill>
                  <a:srgbClr val="003366"/>
                </a:solidFill>
                <a:latin typeface="Arial"/>
                <a:ea typeface="Arial"/>
                <a:cs typeface="Arial"/>
                <a:sym typeface="Arial"/>
              </a:defRPr>
            </a:lvl3pPr>
            <a:lvl4pPr indent="-228600" lvl="3" marL="1828800" marR="0" rtl="0" algn="l">
              <a:spcBef>
                <a:spcPts val="200"/>
              </a:spcBef>
              <a:spcAft>
                <a:spcPts val="0"/>
              </a:spcAft>
              <a:buClr>
                <a:srgbClr val="003366"/>
              </a:buClr>
              <a:buSzPts val="900"/>
              <a:buFont typeface="Merriweather Sans"/>
              <a:buNone/>
              <a:defRPr b="1" i="0" sz="1200" u="none" cap="none" strike="noStrike">
                <a:solidFill>
                  <a:srgbClr val="003366"/>
                </a:solidFill>
                <a:latin typeface="Arial"/>
                <a:ea typeface="Arial"/>
                <a:cs typeface="Arial"/>
                <a:sym typeface="Arial"/>
              </a:defRPr>
            </a:lvl4pPr>
            <a:lvl5pPr indent="-228600" lvl="4" marL="2286000" marR="0" rtl="0" algn="l">
              <a:spcBef>
                <a:spcPts val="200"/>
              </a:spcBef>
              <a:spcAft>
                <a:spcPts val="0"/>
              </a:spcAft>
              <a:buClr>
                <a:srgbClr val="003366"/>
              </a:buClr>
              <a:buSzPts val="1200"/>
              <a:buFont typeface="Arial"/>
              <a:buNone/>
              <a:defRPr b="1" i="0" sz="1200" u="none" cap="none" strike="noStrike">
                <a:solidFill>
                  <a:srgbClr val="003366"/>
                </a:solidFill>
                <a:latin typeface="Arial"/>
                <a:ea typeface="Arial"/>
                <a:cs typeface="Arial"/>
                <a:sym typeface="Arial"/>
              </a:defRPr>
            </a:lvl5pPr>
            <a:lvl6pPr indent="-228600" lvl="5" marL="27432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6pPr>
            <a:lvl7pPr indent="-228600" lvl="6" marL="32004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7pPr>
            <a:lvl8pPr indent="-228600" lvl="7" marL="36576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8pPr>
            <a:lvl9pPr indent="-228600" lvl="8" marL="41148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9pPr>
          </a:lstStyle>
          <a:p/>
        </p:txBody>
      </p:sp>
      <p:sp>
        <p:nvSpPr>
          <p:cNvPr id="44" name="Google Shape;44;p7"/>
          <p:cNvSpPr txBox="1"/>
          <p:nvPr>
            <p:ph idx="2" type="body"/>
          </p:nvPr>
        </p:nvSpPr>
        <p:spPr>
          <a:xfrm>
            <a:off x="457200" y="1631156"/>
            <a:ext cx="4040100" cy="28266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SzPts val="1100"/>
              <a:buNone/>
              <a:defRPr b="0" i="0" sz="1500" u="none" cap="none" strike="noStrike">
                <a:solidFill>
                  <a:schemeClr val="dk1"/>
                </a:solidFill>
                <a:latin typeface="Arial"/>
                <a:ea typeface="Arial"/>
                <a:cs typeface="Arial"/>
                <a:sym typeface="Arial"/>
              </a:defRPr>
            </a:lvl1pPr>
            <a:lvl2pPr indent="-311150" lvl="1" marL="914400" marR="0" rtl="0" algn="l">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85750" lvl="3" marL="1828800" marR="0" rtl="0" algn="l">
              <a:spcBef>
                <a:spcPts val="200"/>
              </a:spcBef>
              <a:spcAft>
                <a:spcPts val="0"/>
              </a:spcAft>
              <a:buClr>
                <a:srgbClr val="003366"/>
              </a:buClr>
              <a:buSzPts val="900"/>
              <a:buFont typeface="Merriweather Sans"/>
              <a:buChar char="–"/>
              <a:defRPr b="0" i="0" sz="1200" u="none" cap="none" strike="noStrike">
                <a:solidFill>
                  <a:srgbClr val="003366"/>
                </a:solidFill>
                <a:latin typeface="Arial"/>
                <a:ea typeface="Arial"/>
                <a:cs typeface="Arial"/>
                <a:sym typeface="Arial"/>
              </a:defRPr>
            </a:lvl4pPr>
            <a:lvl5pPr indent="-304800" lvl="4" marL="2286000" marR="0" rtl="0" algn="l">
              <a:spcBef>
                <a:spcPts val="200"/>
              </a:spcBef>
              <a:spcAft>
                <a:spcPts val="0"/>
              </a:spcAft>
              <a:buClr>
                <a:srgbClr val="003366"/>
              </a:buClr>
              <a:buSzPts val="1200"/>
              <a:buFont typeface="Arial"/>
              <a:buChar char="»"/>
              <a:defRPr b="0" i="0" sz="1200" u="none" cap="none" strike="noStrike">
                <a:solidFill>
                  <a:srgbClr val="003366"/>
                </a:solidFill>
                <a:latin typeface="Arial"/>
                <a:ea typeface="Arial"/>
                <a:cs typeface="Arial"/>
                <a:sym typeface="Arial"/>
              </a:defRPr>
            </a:lvl5pPr>
            <a:lvl6pPr indent="-304800" lvl="5" marL="27432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6pPr>
            <a:lvl7pPr indent="-304800" lvl="6" marL="32004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7pPr>
            <a:lvl8pPr indent="-304800" lvl="7" marL="36576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8pPr>
            <a:lvl9pPr indent="-304800" lvl="8" marL="41148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9pPr>
          </a:lstStyle>
          <a:p/>
        </p:txBody>
      </p:sp>
      <p:sp>
        <p:nvSpPr>
          <p:cNvPr id="45" name="Google Shape;45;p7"/>
          <p:cNvSpPr txBox="1"/>
          <p:nvPr>
            <p:ph idx="3" type="body"/>
          </p:nvPr>
        </p:nvSpPr>
        <p:spPr>
          <a:xfrm>
            <a:off x="4645026" y="1151335"/>
            <a:ext cx="4041600" cy="480000"/>
          </a:xfrm>
          <a:prstGeom prst="rect">
            <a:avLst/>
          </a:prstGeom>
          <a:noFill/>
          <a:ln>
            <a:noFill/>
          </a:ln>
        </p:spPr>
        <p:txBody>
          <a:bodyPr anchorCtr="0" anchor="b" bIns="34275" lIns="68575" spcFirstLastPara="1" rIns="68575" wrap="square" tIns="34275">
            <a:noAutofit/>
          </a:bodyPr>
          <a:lstStyle>
            <a:lvl1pPr indent="-228600" lvl="0" marL="457200" marR="0" rtl="0" algn="l">
              <a:spcBef>
                <a:spcPts val="700"/>
              </a:spcBef>
              <a:spcAft>
                <a:spcPts val="0"/>
              </a:spcAft>
              <a:buClr>
                <a:srgbClr val="00395A"/>
              </a:buClr>
              <a:buSzPts val="1500"/>
              <a:buFont typeface="Arial"/>
              <a:buNone/>
              <a:defRPr b="1" i="0" sz="1500" u="none" cap="none" strike="noStrike">
                <a:solidFill>
                  <a:srgbClr val="00395A"/>
                </a:solidFill>
                <a:latin typeface="Arial"/>
                <a:ea typeface="Arial"/>
                <a:cs typeface="Arial"/>
                <a:sym typeface="Arial"/>
              </a:defRPr>
            </a:lvl1pPr>
            <a:lvl2pPr indent="-228600" lvl="1" marL="914400" marR="0" rtl="0" algn="l">
              <a:spcBef>
                <a:spcPts val="400"/>
              </a:spcBef>
              <a:spcAft>
                <a:spcPts val="0"/>
              </a:spcAft>
              <a:buClr>
                <a:srgbClr val="003366"/>
              </a:buClr>
              <a:buSzPts val="1300"/>
              <a:buFont typeface="Arial"/>
              <a:buNone/>
              <a:defRPr b="1" i="0" sz="1500" u="none" cap="none" strike="noStrike">
                <a:solidFill>
                  <a:srgbClr val="003366"/>
                </a:solidFill>
                <a:latin typeface="Arial"/>
                <a:ea typeface="Arial"/>
                <a:cs typeface="Arial"/>
                <a:sym typeface="Arial"/>
              </a:defRPr>
            </a:lvl2pPr>
            <a:lvl3pPr indent="-228600" lvl="2" marL="1371600" marR="0" rtl="0" algn="l">
              <a:spcBef>
                <a:spcPts val="300"/>
              </a:spcBef>
              <a:spcAft>
                <a:spcPts val="0"/>
              </a:spcAft>
              <a:buClr>
                <a:srgbClr val="003366"/>
              </a:buClr>
              <a:buSzPts val="1000"/>
              <a:buFont typeface="Merriweather Sans"/>
              <a:buNone/>
              <a:defRPr b="1" i="0" sz="1400" u="none" cap="none" strike="noStrike">
                <a:solidFill>
                  <a:srgbClr val="003366"/>
                </a:solidFill>
                <a:latin typeface="Arial"/>
                <a:ea typeface="Arial"/>
                <a:cs typeface="Arial"/>
                <a:sym typeface="Arial"/>
              </a:defRPr>
            </a:lvl3pPr>
            <a:lvl4pPr indent="-228600" lvl="3" marL="1828800" marR="0" rtl="0" algn="l">
              <a:spcBef>
                <a:spcPts val="200"/>
              </a:spcBef>
              <a:spcAft>
                <a:spcPts val="0"/>
              </a:spcAft>
              <a:buClr>
                <a:srgbClr val="003366"/>
              </a:buClr>
              <a:buSzPts val="900"/>
              <a:buFont typeface="Merriweather Sans"/>
              <a:buNone/>
              <a:defRPr b="1" i="0" sz="1200" u="none" cap="none" strike="noStrike">
                <a:solidFill>
                  <a:srgbClr val="003366"/>
                </a:solidFill>
                <a:latin typeface="Arial"/>
                <a:ea typeface="Arial"/>
                <a:cs typeface="Arial"/>
                <a:sym typeface="Arial"/>
              </a:defRPr>
            </a:lvl4pPr>
            <a:lvl5pPr indent="-228600" lvl="4" marL="2286000" marR="0" rtl="0" algn="l">
              <a:spcBef>
                <a:spcPts val="200"/>
              </a:spcBef>
              <a:spcAft>
                <a:spcPts val="0"/>
              </a:spcAft>
              <a:buClr>
                <a:srgbClr val="003366"/>
              </a:buClr>
              <a:buSzPts val="1200"/>
              <a:buFont typeface="Arial"/>
              <a:buNone/>
              <a:defRPr b="1" i="0" sz="1200" u="none" cap="none" strike="noStrike">
                <a:solidFill>
                  <a:srgbClr val="003366"/>
                </a:solidFill>
                <a:latin typeface="Arial"/>
                <a:ea typeface="Arial"/>
                <a:cs typeface="Arial"/>
                <a:sym typeface="Arial"/>
              </a:defRPr>
            </a:lvl5pPr>
            <a:lvl6pPr indent="-228600" lvl="5" marL="27432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6pPr>
            <a:lvl7pPr indent="-228600" lvl="6" marL="32004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7pPr>
            <a:lvl8pPr indent="-228600" lvl="7" marL="36576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8pPr>
            <a:lvl9pPr indent="-228600" lvl="8" marL="4114800" marR="0" rtl="0" algn="l">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9pPr>
          </a:lstStyle>
          <a:p/>
        </p:txBody>
      </p:sp>
      <p:sp>
        <p:nvSpPr>
          <p:cNvPr id="46" name="Google Shape;46;p7"/>
          <p:cNvSpPr txBox="1"/>
          <p:nvPr>
            <p:ph idx="4" type="body"/>
          </p:nvPr>
        </p:nvSpPr>
        <p:spPr>
          <a:xfrm>
            <a:off x="4645026" y="1631156"/>
            <a:ext cx="4041600" cy="28266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SzPts val="1100"/>
              <a:buNone/>
              <a:defRPr b="0" i="0" sz="1500" u="none" cap="none" strike="noStrike">
                <a:solidFill>
                  <a:schemeClr val="dk1"/>
                </a:solidFill>
                <a:latin typeface="Arial"/>
                <a:ea typeface="Arial"/>
                <a:cs typeface="Arial"/>
                <a:sym typeface="Arial"/>
              </a:defRPr>
            </a:lvl1pPr>
            <a:lvl2pPr indent="-311150" lvl="1" marL="914400" marR="0" rtl="0" algn="l">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85750" lvl="3" marL="1828800" marR="0" rtl="0" algn="l">
              <a:spcBef>
                <a:spcPts val="200"/>
              </a:spcBef>
              <a:spcAft>
                <a:spcPts val="0"/>
              </a:spcAft>
              <a:buClr>
                <a:srgbClr val="003366"/>
              </a:buClr>
              <a:buSzPts val="900"/>
              <a:buFont typeface="Merriweather Sans"/>
              <a:buChar char="–"/>
              <a:defRPr b="0" i="0" sz="1200" u="none" cap="none" strike="noStrike">
                <a:solidFill>
                  <a:srgbClr val="003366"/>
                </a:solidFill>
                <a:latin typeface="Arial"/>
                <a:ea typeface="Arial"/>
                <a:cs typeface="Arial"/>
                <a:sym typeface="Arial"/>
              </a:defRPr>
            </a:lvl4pPr>
            <a:lvl5pPr indent="-304800" lvl="4" marL="2286000" marR="0" rtl="0" algn="l">
              <a:spcBef>
                <a:spcPts val="200"/>
              </a:spcBef>
              <a:spcAft>
                <a:spcPts val="0"/>
              </a:spcAft>
              <a:buClr>
                <a:srgbClr val="003366"/>
              </a:buClr>
              <a:buSzPts val="1200"/>
              <a:buFont typeface="Arial"/>
              <a:buChar char="»"/>
              <a:defRPr b="0" i="0" sz="1200" u="none" cap="none" strike="noStrike">
                <a:solidFill>
                  <a:srgbClr val="003366"/>
                </a:solidFill>
                <a:latin typeface="Arial"/>
                <a:ea typeface="Arial"/>
                <a:cs typeface="Arial"/>
                <a:sym typeface="Arial"/>
              </a:defRPr>
            </a:lvl5pPr>
            <a:lvl6pPr indent="-304800" lvl="5" marL="27432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6pPr>
            <a:lvl7pPr indent="-304800" lvl="6" marL="32004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7pPr>
            <a:lvl8pPr indent="-304800" lvl="7" marL="36576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8pPr>
            <a:lvl9pPr indent="-304800" lvl="8" marL="4114800" marR="0" rtl="0" algn="l">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9pPr>
          </a:lstStyle>
          <a:p/>
        </p:txBody>
      </p:sp>
      <p:sp>
        <p:nvSpPr>
          <p:cNvPr id="47" name="Google Shape;47;p7"/>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8" name="Google Shape;48;p7"/>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solidFill>
                  <a:srgbClr val="00395A"/>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1" name="Google Shape;51;p8"/>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 name="Google Shape;52;p8"/>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9"/>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5" name="Google Shape;55;p9"/>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a:lvl1pPr>
            <a:lvl2pPr indent="0" lvl="1" marL="0" rtl="0" algn="ctr">
              <a:spcBef>
                <a:spcPts val="0"/>
              </a:spcBef>
              <a:spcAft>
                <a:spcPts val="0"/>
              </a:spcAft>
              <a:buNone/>
              <a:defRPr/>
            </a:lvl2pPr>
            <a:lvl3pPr indent="0" lvl="2" marL="0" rtl="0" algn="ctr">
              <a:spcBef>
                <a:spcPts val="0"/>
              </a:spcBef>
              <a:spcAft>
                <a:spcPts val="0"/>
              </a:spcAft>
              <a:buNone/>
              <a:defRPr/>
            </a:lvl3pPr>
            <a:lvl4pPr indent="0" lvl="3" marL="0" rtl="0" algn="ctr">
              <a:spcBef>
                <a:spcPts val="0"/>
              </a:spcBef>
              <a:spcAft>
                <a:spcPts val="0"/>
              </a:spcAft>
              <a:buNone/>
              <a:defRPr/>
            </a:lvl4pPr>
            <a:lvl5pPr indent="0" lvl="4" marL="0" rtl="0" algn="ctr">
              <a:spcBef>
                <a:spcPts val="0"/>
              </a:spcBef>
              <a:spcAft>
                <a:spcPts val="0"/>
              </a:spcAft>
              <a:buNone/>
              <a:defRPr/>
            </a:lvl5pPr>
            <a:lvl6pPr indent="0" lvl="5" marL="0" rtl="0" algn="ctr">
              <a:spcBef>
                <a:spcPts val="0"/>
              </a:spcBef>
              <a:spcAft>
                <a:spcPts val="0"/>
              </a:spcAft>
              <a:buNone/>
              <a:defRPr/>
            </a:lvl6pPr>
            <a:lvl7pPr indent="0" lvl="6" marL="0" rtl="0" algn="ctr">
              <a:spcBef>
                <a:spcPts val="0"/>
              </a:spcBef>
              <a:spcAft>
                <a:spcPts val="0"/>
              </a:spcAft>
              <a:buNone/>
              <a:defRPr/>
            </a:lvl7pPr>
            <a:lvl8pPr indent="0" lvl="7" marL="0" rtl="0" algn="ctr">
              <a:spcBef>
                <a:spcPts val="0"/>
              </a:spcBef>
              <a:spcAft>
                <a:spcPts val="0"/>
              </a:spcAft>
              <a:buNone/>
              <a:defRPr/>
            </a:lvl8pPr>
            <a:lvl9pPr indent="0" lvl="8" marL="0" rtl="0" algn="ctr">
              <a:spcBef>
                <a:spcPts val="0"/>
              </a:spcBef>
              <a:spcAft>
                <a:spcPts val="0"/>
              </a:spcAft>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0"/>
          <p:cNvSpPr txBox="1"/>
          <p:nvPr>
            <p:ph type="title"/>
          </p:nvPr>
        </p:nvSpPr>
        <p:spPr>
          <a:xfrm>
            <a:off x="457201" y="204788"/>
            <a:ext cx="3008400" cy="871500"/>
          </a:xfrm>
          <a:prstGeom prst="rect">
            <a:avLst/>
          </a:prstGeom>
          <a:noFill/>
          <a:ln>
            <a:noFill/>
          </a:ln>
        </p:spPr>
        <p:txBody>
          <a:bodyPr anchorCtr="0" anchor="b" bIns="34275" lIns="68575" spcFirstLastPara="1" rIns="68575" wrap="square" tIns="34275">
            <a:noAutofit/>
          </a:bodyPr>
          <a:lstStyle>
            <a:lvl1pPr lvl="0" rtl="0" algn="l">
              <a:spcBef>
                <a:spcPts val="0"/>
              </a:spcBef>
              <a:spcAft>
                <a:spcPts val="0"/>
              </a:spcAft>
              <a:buSzPts val="1100"/>
              <a:buNone/>
              <a:defRPr b="1" sz="1500">
                <a:solidFill>
                  <a:schemeClr val="dk1"/>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8" name="Google Shape;58;p10"/>
          <p:cNvSpPr txBox="1"/>
          <p:nvPr>
            <p:ph idx="1" type="body"/>
          </p:nvPr>
        </p:nvSpPr>
        <p:spPr>
          <a:xfrm>
            <a:off x="3575050" y="204788"/>
            <a:ext cx="5111700" cy="42531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SzPts val="1100"/>
              <a:buNone/>
              <a:defRPr b="0" i="0" sz="1500" u="none" cap="none" strike="noStrike">
                <a:solidFill>
                  <a:schemeClr val="dk1"/>
                </a:solidFill>
                <a:latin typeface="Arial"/>
                <a:ea typeface="Arial"/>
                <a:cs typeface="Arial"/>
                <a:sym typeface="Arial"/>
              </a:defRPr>
            </a:lvl1pPr>
            <a:lvl2pPr indent="-311150" lvl="1" marL="914400" marR="0" rtl="0" algn="l">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98450" lvl="3" marL="1828800" marR="0" rtl="0" algn="l">
              <a:spcBef>
                <a:spcPts val="300"/>
              </a:spcBef>
              <a:spcAft>
                <a:spcPts val="0"/>
              </a:spcAft>
              <a:buClr>
                <a:srgbClr val="003366"/>
              </a:buClr>
              <a:buSzPts val="1100"/>
              <a:buFont typeface="Merriweather Sans"/>
              <a:buChar char="–"/>
              <a:defRPr b="0" i="0" sz="1500" u="none" cap="none" strike="noStrike">
                <a:solidFill>
                  <a:srgbClr val="003366"/>
                </a:solidFill>
                <a:latin typeface="Arial"/>
                <a:ea typeface="Arial"/>
                <a:cs typeface="Arial"/>
                <a:sym typeface="Arial"/>
              </a:defRPr>
            </a:lvl4pPr>
            <a:lvl5pPr indent="-323850" lvl="4" marL="2286000" marR="0" rtl="0" algn="l">
              <a:spcBef>
                <a:spcPts val="300"/>
              </a:spcBef>
              <a:spcAft>
                <a:spcPts val="0"/>
              </a:spcAft>
              <a:buClr>
                <a:srgbClr val="003366"/>
              </a:buClr>
              <a:buSzPts val="1500"/>
              <a:buFont typeface="Arial"/>
              <a:buChar char="»"/>
              <a:defRPr b="0" i="0" sz="1500" u="none" cap="none" strike="noStrike">
                <a:solidFill>
                  <a:srgbClr val="003366"/>
                </a:solidFill>
                <a:latin typeface="Arial"/>
                <a:ea typeface="Arial"/>
                <a:cs typeface="Arial"/>
                <a:sym typeface="Arial"/>
              </a:defRPr>
            </a:lvl5pPr>
            <a:lvl6pPr indent="-323850" lvl="5" marL="27432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6pPr>
            <a:lvl7pPr indent="-323850" lvl="6" marL="32004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7pPr>
            <a:lvl8pPr indent="-323850" lvl="7" marL="36576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8pPr>
            <a:lvl9pPr indent="-323850" lvl="8" marL="4114800" marR="0" rtl="0" algn="l">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9pPr>
          </a:lstStyle>
          <a:p/>
        </p:txBody>
      </p:sp>
      <p:sp>
        <p:nvSpPr>
          <p:cNvPr id="59" name="Google Shape;59;p10"/>
          <p:cNvSpPr txBox="1"/>
          <p:nvPr>
            <p:ph idx="2" type="body"/>
          </p:nvPr>
        </p:nvSpPr>
        <p:spPr>
          <a:xfrm>
            <a:off x="457201" y="1076326"/>
            <a:ext cx="3008400" cy="33813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rgbClr val="003366"/>
              </a:buClr>
              <a:buSzPts val="800"/>
              <a:buFont typeface="Arial"/>
              <a:buNone/>
              <a:defRPr b="0" i="0" sz="900" u="none" cap="none" strike="noStrike">
                <a:solidFill>
                  <a:srgbClr val="003366"/>
                </a:solidFill>
                <a:latin typeface="Arial"/>
                <a:ea typeface="Arial"/>
                <a:cs typeface="Arial"/>
                <a:sym typeface="Arial"/>
              </a:defRPr>
            </a:lvl2pPr>
            <a:lvl3pPr indent="-228600" lvl="2" marL="1371600" marR="0" rtl="0" algn="l">
              <a:spcBef>
                <a:spcPts val="300"/>
              </a:spcBef>
              <a:spcAft>
                <a:spcPts val="0"/>
              </a:spcAft>
              <a:buClr>
                <a:srgbClr val="003366"/>
              </a:buClr>
              <a:buSzPts val="600"/>
              <a:buFont typeface="Merriweather Sans"/>
              <a:buNone/>
              <a:defRPr b="0" i="0" sz="800" u="none" cap="none" strike="noStrike">
                <a:solidFill>
                  <a:srgbClr val="003366"/>
                </a:solidFill>
                <a:latin typeface="Arial"/>
                <a:ea typeface="Arial"/>
                <a:cs typeface="Arial"/>
                <a:sym typeface="Arial"/>
              </a:defRPr>
            </a:lvl3pPr>
            <a:lvl4pPr indent="-228600" lvl="3" marL="1828800" marR="0" rtl="0" algn="l">
              <a:spcBef>
                <a:spcPts val="100"/>
              </a:spcBef>
              <a:spcAft>
                <a:spcPts val="0"/>
              </a:spcAft>
              <a:buClr>
                <a:srgbClr val="003366"/>
              </a:buClr>
              <a:buSzPts val="500"/>
              <a:buFont typeface="Merriweather Sans"/>
              <a:buNone/>
              <a:defRPr b="0" i="0" sz="700" u="none" cap="none" strike="noStrike">
                <a:solidFill>
                  <a:srgbClr val="003366"/>
                </a:solidFill>
                <a:latin typeface="Arial"/>
                <a:ea typeface="Arial"/>
                <a:cs typeface="Arial"/>
                <a:sym typeface="Arial"/>
              </a:defRPr>
            </a:lvl4pPr>
            <a:lvl5pPr indent="-228600" lvl="4" marL="2286000" marR="0" rtl="0" algn="l">
              <a:spcBef>
                <a:spcPts val="100"/>
              </a:spcBef>
              <a:spcAft>
                <a:spcPts val="0"/>
              </a:spcAft>
              <a:buClr>
                <a:srgbClr val="003366"/>
              </a:buClr>
              <a:buSzPts val="700"/>
              <a:buFont typeface="Arial"/>
              <a:buNone/>
              <a:defRPr b="0" i="0" sz="700" u="none" cap="none" strike="noStrike">
                <a:solidFill>
                  <a:srgbClr val="003366"/>
                </a:solidFill>
                <a:latin typeface="Arial"/>
                <a:ea typeface="Arial"/>
                <a:cs typeface="Arial"/>
                <a:sym typeface="Arial"/>
              </a:defRPr>
            </a:lvl5pPr>
            <a:lvl6pPr indent="-228600" lvl="5" marL="27432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6pPr>
            <a:lvl7pPr indent="-228600" lvl="6" marL="32004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7pPr>
            <a:lvl8pPr indent="-228600" lvl="7" marL="36576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8pPr>
            <a:lvl9pPr indent="-228600" lvl="8" marL="41148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9pPr>
          </a:lstStyle>
          <a:p/>
        </p:txBody>
      </p:sp>
      <p:sp>
        <p:nvSpPr>
          <p:cNvPr id="60" name="Google Shape;60;p10"/>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1" name="Google Shape;61;p10"/>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1"/>
          <p:cNvSpPr txBox="1"/>
          <p:nvPr>
            <p:ph type="title"/>
          </p:nvPr>
        </p:nvSpPr>
        <p:spPr>
          <a:xfrm>
            <a:off x="1792288" y="3600450"/>
            <a:ext cx="5486400" cy="425100"/>
          </a:xfrm>
          <a:prstGeom prst="rect">
            <a:avLst/>
          </a:prstGeom>
          <a:noFill/>
          <a:ln>
            <a:noFill/>
          </a:ln>
        </p:spPr>
        <p:txBody>
          <a:bodyPr anchorCtr="0" anchor="b" bIns="34275" lIns="68575" spcFirstLastPara="1" rIns="68575" wrap="square" tIns="34275">
            <a:noAutofit/>
          </a:bodyPr>
          <a:lstStyle>
            <a:lvl1pPr lvl="0" rtl="0" algn="l">
              <a:spcBef>
                <a:spcPts val="0"/>
              </a:spcBef>
              <a:spcAft>
                <a:spcPts val="0"/>
              </a:spcAft>
              <a:buSzPts val="1100"/>
              <a:buNone/>
              <a:defRPr b="1" sz="1500">
                <a:solidFill>
                  <a:schemeClr val="dk1"/>
                </a:solidFill>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4" name="Google Shape;64;p11"/>
          <p:cNvSpPr/>
          <p:nvPr>
            <p:ph idx="2" type="pic"/>
          </p:nvPr>
        </p:nvSpPr>
        <p:spPr>
          <a:xfrm>
            <a:off x="1792288" y="459581"/>
            <a:ext cx="5486400" cy="3086100"/>
          </a:xfrm>
          <a:prstGeom prst="rect">
            <a:avLst/>
          </a:prstGeom>
          <a:noFill/>
          <a:ln>
            <a:noFill/>
          </a:ln>
        </p:spPr>
        <p:txBody>
          <a:bodyPr anchorCtr="0" anchor="t" bIns="34275" lIns="68575" spcFirstLastPara="1" rIns="68575" wrap="square" tIns="34275">
            <a:noAutofit/>
          </a:bodyPr>
          <a:lstStyle>
            <a:lvl1pPr lvl="0" marR="0" rtl="0" algn="l">
              <a:spcBef>
                <a:spcPts val="7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spcBef>
                <a:spcPts val="400"/>
              </a:spcBef>
              <a:spcAft>
                <a:spcPts val="0"/>
              </a:spcAft>
              <a:buClr>
                <a:srgbClr val="003366"/>
              </a:buClr>
              <a:buSzPts val="1800"/>
              <a:buFont typeface="Arial"/>
              <a:buNone/>
              <a:defRPr b="0" i="0" sz="2100" u="none" cap="none" strike="noStrike">
                <a:solidFill>
                  <a:srgbClr val="003366"/>
                </a:solidFill>
                <a:latin typeface="Arial"/>
                <a:ea typeface="Arial"/>
                <a:cs typeface="Arial"/>
                <a:sym typeface="Arial"/>
              </a:defRPr>
            </a:lvl2pPr>
            <a:lvl3pPr lvl="2" marR="0" rtl="0" algn="l">
              <a:spcBef>
                <a:spcPts val="300"/>
              </a:spcBef>
              <a:spcAft>
                <a:spcPts val="0"/>
              </a:spcAft>
              <a:buClr>
                <a:srgbClr val="003366"/>
              </a:buClr>
              <a:buSzPts val="1400"/>
              <a:buFont typeface="Merriweather Sans"/>
              <a:buNone/>
              <a:defRPr b="0" i="0" sz="1800" u="none" cap="none" strike="noStrike">
                <a:solidFill>
                  <a:srgbClr val="003366"/>
                </a:solidFill>
                <a:latin typeface="Arial"/>
                <a:ea typeface="Arial"/>
                <a:cs typeface="Arial"/>
                <a:sym typeface="Arial"/>
              </a:defRPr>
            </a:lvl3pPr>
            <a:lvl4pPr lvl="3" marR="0" rtl="0" algn="l">
              <a:spcBef>
                <a:spcPts val="300"/>
              </a:spcBef>
              <a:spcAft>
                <a:spcPts val="0"/>
              </a:spcAft>
              <a:buClr>
                <a:srgbClr val="003366"/>
              </a:buClr>
              <a:buSzPts val="1100"/>
              <a:buFont typeface="Merriweather Sans"/>
              <a:buNone/>
              <a:defRPr b="0" i="0" sz="1500" u="none" cap="none" strike="noStrike">
                <a:solidFill>
                  <a:srgbClr val="003366"/>
                </a:solidFill>
                <a:latin typeface="Arial"/>
                <a:ea typeface="Arial"/>
                <a:cs typeface="Arial"/>
                <a:sym typeface="Arial"/>
              </a:defRPr>
            </a:lvl4pPr>
            <a:lvl5pPr lvl="4" marR="0" rtl="0" algn="l">
              <a:spcBef>
                <a:spcPts val="300"/>
              </a:spcBef>
              <a:spcAft>
                <a:spcPts val="0"/>
              </a:spcAft>
              <a:buClr>
                <a:srgbClr val="003366"/>
              </a:buClr>
              <a:buSzPts val="1500"/>
              <a:buFont typeface="Arial"/>
              <a:buNone/>
              <a:defRPr b="0" i="0" sz="1500" u="none" cap="none" strike="noStrike">
                <a:solidFill>
                  <a:srgbClr val="003366"/>
                </a:solidFill>
                <a:latin typeface="Arial"/>
                <a:ea typeface="Arial"/>
                <a:cs typeface="Arial"/>
                <a:sym typeface="Arial"/>
              </a:defRPr>
            </a:lvl5pPr>
            <a:lvl6pPr lvl="5" marR="0" rtl="0" algn="l">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6pPr>
            <a:lvl7pPr lvl="6" marR="0" rtl="0" algn="l">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7pPr>
            <a:lvl8pPr lvl="7" marR="0" rtl="0" algn="l">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8pPr>
            <a:lvl9pPr lvl="8" marR="0" rtl="0" algn="l">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9pPr>
          </a:lstStyle>
          <a:p/>
        </p:txBody>
      </p:sp>
      <p:sp>
        <p:nvSpPr>
          <p:cNvPr id="65" name="Google Shape;65;p11"/>
          <p:cNvSpPr txBox="1"/>
          <p:nvPr>
            <p:ph idx="1" type="body"/>
          </p:nvPr>
        </p:nvSpPr>
        <p:spPr>
          <a:xfrm>
            <a:off x="1792288" y="4025503"/>
            <a:ext cx="5486400" cy="4323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7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rgbClr val="003366"/>
              </a:buClr>
              <a:buSzPts val="800"/>
              <a:buFont typeface="Arial"/>
              <a:buNone/>
              <a:defRPr b="0" i="0" sz="900" u="none" cap="none" strike="noStrike">
                <a:solidFill>
                  <a:srgbClr val="003366"/>
                </a:solidFill>
                <a:latin typeface="Arial"/>
                <a:ea typeface="Arial"/>
                <a:cs typeface="Arial"/>
                <a:sym typeface="Arial"/>
              </a:defRPr>
            </a:lvl2pPr>
            <a:lvl3pPr indent="-228600" lvl="2" marL="1371600" marR="0" rtl="0" algn="l">
              <a:spcBef>
                <a:spcPts val="300"/>
              </a:spcBef>
              <a:spcAft>
                <a:spcPts val="0"/>
              </a:spcAft>
              <a:buClr>
                <a:srgbClr val="003366"/>
              </a:buClr>
              <a:buSzPts val="600"/>
              <a:buFont typeface="Merriweather Sans"/>
              <a:buNone/>
              <a:defRPr b="0" i="0" sz="800" u="none" cap="none" strike="noStrike">
                <a:solidFill>
                  <a:srgbClr val="003366"/>
                </a:solidFill>
                <a:latin typeface="Arial"/>
                <a:ea typeface="Arial"/>
                <a:cs typeface="Arial"/>
                <a:sym typeface="Arial"/>
              </a:defRPr>
            </a:lvl3pPr>
            <a:lvl4pPr indent="-228600" lvl="3" marL="1828800" marR="0" rtl="0" algn="l">
              <a:spcBef>
                <a:spcPts val="100"/>
              </a:spcBef>
              <a:spcAft>
                <a:spcPts val="0"/>
              </a:spcAft>
              <a:buClr>
                <a:srgbClr val="003366"/>
              </a:buClr>
              <a:buSzPts val="500"/>
              <a:buFont typeface="Merriweather Sans"/>
              <a:buNone/>
              <a:defRPr b="0" i="0" sz="700" u="none" cap="none" strike="noStrike">
                <a:solidFill>
                  <a:srgbClr val="003366"/>
                </a:solidFill>
                <a:latin typeface="Arial"/>
                <a:ea typeface="Arial"/>
                <a:cs typeface="Arial"/>
                <a:sym typeface="Arial"/>
              </a:defRPr>
            </a:lvl4pPr>
            <a:lvl5pPr indent="-228600" lvl="4" marL="2286000" marR="0" rtl="0" algn="l">
              <a:spcBef>
                <a:spcPts val="100"/>
              </a:spcBef>
              <a:spcAft>
                <a:spcPts val="0"/>
              </a:spcAft>
              <a:buClr>
                <a:srgbClr val="003366"/>
              </a:buClr>
              <a:buSzPts val="700"/>
              <a:buFont typeface="Arial"/>
              <a:buNone/>
              <a:defRPr b="0" i="0" sz="700" u="none" cap="none" strike="noStrike">
                <a:solidFill>
                  <a:srgbClr val="003366"/>
                </a:solidFill>
                <a:latin typeface="Arial"/>
                <a:ea typeface="Arial"/>
                <a:cs typeface="Arial"/>
                <a:sym typeface="Arial"/>
              </a:defRPr>
            </a:lvl5pPr>
            <a:lvl6pPr indent="-228600" lvl="5" marL="27432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6pPr>
            <a:lvl7pPr indent="-228600" lvl="6" marL="32004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7pPr>
            <a:lvl8pPr indent="-228600" lvl="7" marL="36576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8pPr>
            <a:lvl9pPr indent="-228600" lvl="8" marL="4114800" marR="0" rtl="0" algn="l">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9pPr>
          </a:lstStyle>
          <a:p/>
        </p:txBody>
      </p:sp>
      <p:sp>
        <p:nvSpPr>
          <p:cNvPr id="66" name="Google Shape;66;p11"/>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7" name="Google Shape;67;p11"/>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2"/>
          <p:cNvSpPr txBox="1"/>
          <p:nvPr>
            <p:ph type="ctrTitle"/>
          </p:nvPr>
        </p:nvSpPr>
        <p:spPr>
          <a:xfrm>
            <a:off x="311708" y="744575"/>
            <a:ext cx="8520600" cy="2052600"/>
          </a:xfrm>
          <a:prstGeom prst="rect">
            <a:avLst/>
          </a:prstGeom>
        </p:spPr>
        <p:txBody>
          <a:bodyPr anchorCtr="0" anchor="b" bIns="34275" lIns="68575" spcFirstLastPara="1" rIns="68575" wrap="square" tIns="3427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0" name="Google Shape;70;p1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1" name="Google Shape;71;p12"/>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72" name="Shape 72"/>
        <p:cNvGrpSpPr/>
        <p:nvPr/>
      </p:nvGrpSpPr>
      <p:grpSpPr>
        <a:xfrm>
          <a:off x="0" y="0"/>
          <a:ext cx="0" cy="0"/>
          <a:chOff x="0" y="0"/>
          <a:chExt cx="0" cy="0"/>
        </a:xfrm>
      </p:grpSpPr>
      <p:sp>
        <p:nvSpPr>
          <p:cNvPr id="73" name="Google Shape;73;p13"/>
          <p:cNvSpPr txBox="1"/>
          <p:nvPr>
            <p:ph type="title"/>
          </p:nvPr>
        </p:nvSpPr>
        <p:spPr>
          <a:xfrm>
            <a:off x="311700" y="2150850"/>
            <a:ext cx="8520600" cy="841800"/>
          </a:xfrm>
          <a:prstGeom prst="rect">
            <a:avLst/>
          </a:prstGeom>
        </p:spPr>
        <p:txBody>
          <a:bodyPr anchorCtr="0" anchor="ctr" bIns="34275" lIns="68575" spcFirstLastPara="1" rIns="68575" wrap="square" tIns="3427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4" name="Google Shape;74;p1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5" name="Shape 75"/>
        <p:cNvGrpSpPr/>
        <p:nvPr/>
      </p:nvGrpSpPr>
      <p:grpSpPr>
        <a:xfrm>
          <a:off x="0" y="0"/>
          <a:ext cx="0" cy="0"/>
          <a:chOff x="0" y="0"/>
          <a:chExt cx="0" cy="0"/>
        </a:xfrm>
      </p:grpSpPr>
      <p:sp>
        <p:nvSpPr>
          <p:cNvPr id="76" name="Google Shape;76;p14"/>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lvl1pPr lvl="0" rtl="0">
              <a:spcBef>
                <a:spcPts val="0"/>
              </a:spcBef>
              <a:spcAft>
                <a:spcPts val="0"/>
              </a:spcAft>
              <a:buSzPts val="11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7" name="Google Shape;77;p1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8" name="Google Shape;78;p14"/>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1" i="0" sz="2400" u="none" cap="none" strike="noStrike">
                <a:solidFill>
                  <a:schemeClr val="dk1"/>
                </a:solidFill>
                <a:latin typeface="Arial"/>
                <a:ea typeface="Arial"/>
                <a:cs typeface="Arial"/>
                <a:sym typeface="Arial"/>
              </a:defRPr>
            </a:lvl1pPr>
            <a:lvl2pPr lvl="1" marR="0" rtl="0" algn="l">
              <a:spcBef>
                <a:spcPts val="0"/>
              </a:spcBef>
              <a:spcAft>
                <a:spcPts val="0"/>
              </a:spcAft>
              <a:buSzPts val="1100"/>
              <a:buNone/>
              <a:defRPr b="1" i="0" sz="2400" u="none" cap="none" strike="noStrike">
                <a:solidFill>
                  <a:srgbClr val="003366"/>
                </a:solidFill>
                <a:latin typeface="Arial"/>
                <a:ea typeface="Arial"/>
                <a:cs typeface="Arial"/>
                <a:sym typeface="Arial"/>
              </a:defRPr>
            </a:lvl2pPr>
            <a:lvl3pPr lvl="2" marR="0" rtl="0" algn="l">
              <a:spcBef>
                <a:spcPts val="0"/>
              </a:spcBef>
              <a:spcAft>
                <a:spcPts val="0"/>
              </a:spcAft>
              <a:buSzPts val="1100"/>
              <a:buNone/>
              <a:defRPr b="1" i="0" sz="2400" u="none" cap="none" strike="noStrike">
                <a:solidFill>
                  <a:srgbClr val="003366"/>
                </a:solidFill>
                <a:latin typeface="Arial"/>
                <a:ea typeface="Arial"/>
                <a:cs typeface="Arial"/>
                <a:sym typeface="Arial"/>
              </a:defRPr>
            </a:lvl3pPr>
            <a:lvl4pPr lvl="3" marR="0" rtl="0" algn="l">
              <a:spcBef>
                <a:spcPts val="0"/>
              </a:spcBef>
              <a:spcAft>
                <a:spcPts val="0"/>
              </a:spcAft>
              <a:buSzPts val="1100"/>
              <a:buNone/>
              <a:defRPr b="1" i="0" sz="2400" u="none" cap="none" strike="noStrike">
                <a:solidFill>
                  <a:srgbClr val="003366"/>
                </a:solidFill>
                <a:latin typeface="Arial"/>
                <a:ea typeface="Arial"/>
                <a:cs typeface="Arial"/>
                <a:sym typeface="Arial"/>
              </a:defRPr>
            </a:lvl4pPr>
            <a:lvl5pPr lvl="4" marR="0" rtl="0" algn="l">
              <a:spcBef>
                <a:spcPts val="0"/>
              </a:spcBef>
              <a:spcAft>
                <a:spcPts val="0"/>
              </a:spcAft>
              <a:buSzPts val="1100"/>
              <a:buNone/>
              <a:defRPr b="1" i="0" sz="2400" u="none" cap="none" strike="noStrike">
                <a:solidFill>
                  <a:srgbClr val="003366"/>
                </a:solidFill>
                <a:latin typeface="Arial"/>
                <a:ea typeface="Arial"/>
                <a:cs typeface="Arial"/>
                <a:sym typeface="Arial"/>
              </a:defRPr>
            </a:lvl5pPr>
            <a:lvl6pPr lvl="5" marR="0" rtl="0" algn="l">
              <a:spcBef>
                <a:spcPts val="0"/>
              </a:spcBef>
              <a:spcAft>
                <a:spcPts val="0"/>
              </a:spcAft>
              <a:buSzPts val="1100"/>
              <a:buNone/>
              <a:defRPr b="1" i="0" sz="2400" u="none" cap="none" strike="noStrike">
                <a:solidFill>
                  <a:srgbClr val="2C5993"/>
                </a:solidFill>
                <a:latin typeface="Arial"/>
                <a:ea typeface="Arial"/>
                <a:cs typeface="Arial"/>
                <a:sym typeface="Arial"/>
              </a:defRPr>
            </a:lvl6pPr>
            <a:lvl7pPr lvl="6" marR="0" rtl="0" algn="l">
              <a:spcBef>
                <a:spcPts val="0"/>
              </a:spcBef>
              <a:spcAft>
                <a:spcPts val="0"/>
              </a:spcAft>
              <a:buSzPts val="1100"/>
              <a:buNone/>
              <a:defRPr b="1" i="0" sz="2400" u="none" cap="none" strike="noStrike">
                <a:solidFill>
                  <a:srgbClr val="2C5993"/>
                </a:solidFill>
                <a:latin typeface="Arial"/>
                <a:ea typeface="Arial"/>
                <a:cs typeface="Arial"/>
                <a:sym typeface="Arial"/>
              </a:defRPr>
            </a:lvl7pPr>
            <a:lvl8pPr lvl="7" marR="0" rtl="0" algn="l">
              <a:spcBef>
                <a:spcPts val="0"/>
              </a:spcBef>
              <a:spcAft>
                <a:spcPts val="0"/>
              </a:spcAft>
              <a:buSzPts val="1100"/>
              <a:buNone/>
              <a:defRPr b="1" i="0" sz="2400" u="none" cap="none" strike="noStrike">
                <a:solidFill>
                  <a:srgbClr val="2C5993"/>
                </a:solidFill>
                <a:latin typeface="Arial"/>
                <a:ea typeface="Arial"/>
                <a:cs typeface="Arial"/>
                <a:sym typeface="Arial"/>
              </a:defRPr>
            </a:lvl8pPr>
            <a:lvl9pPr lvl="8" marR="0" rtl="0" algn="l">
              <a:spcBef>
                <a:spcPts val="0"/>
              </a:spcBef>
              <a:spcAft>
                <a:spcPts val="0"/>
              </a:spcAft>
              <a:buSzPts val="1100"/>
              <a:buNone/>
              <a:defRPr b="1" i="0" sz="2400" u="none" cap="none" strike="noStrike">
                <a:solidFill>
                  <a:srgbClr val="2C5993"/>
                </a:solidFill>
                <a:latin typeface="Arial"/>
                <a:ea typeface="Arial"/>
                <a:cs typeface="Arial"/>
                <a:sym typeface="Arial"/>
              </a:defRPr>
            </a:lvl9pPr>
          </a:lstStyle>
          <a:p/>
        </p:txBody>
      </p:sp>
      <p:cxnSp>
        <p:nvCxnSpPr>
          <p:cNvPr id="7" name="Google Shape;7;p1"/>
          <p:cNvCxnSpPr/>
          <p:nvPr/>
        </p:nvCxnSpPr>
        <p:spPr>
          <a:xfrm>
            <a:off x="0" y="4611001"/>
            <a:ext cx="9144000" cy="1200"/>
          </a:xfrm>
          <a:prstGeom prst="straightConnector1">
            <a:avLst/>
          </a:prstGeom>
          <a:noFill/>
          <a:ln cap="flat" cmpd="sng" w="9525">
            <a:solidFill>
              <a:srgbClr val="00395A"/>
            </a:solidFill>
            <a:prstDash val="dot"/>
            <a:round/>
            <a:headEnd len="sm" w="sm" type="none"/>
            <a:tailEnd len="sm" w="sm" type="none"/>
          </a:ln>
        </p:spPr>
      </p:cxnSp>
      <p:sp>
        <p:nvSpPr>
          <p:cNvPr id="8" name="Google Shape;8;p1"/>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500" u="none" cap="none" strike="noStrike">
                <a:solidFill>
                  <a:srgbClr val="898989"/>
                </a:solidFill>
                <a:latin typeface="Arial"/>
                <a:ea typeface="Arial"/>
                <a:cs typeface="Arial"/>
                <a:sym typeface="Arial"/>
              </a:defRPr>
            </a:lvl1pPr>
            <a:lvl2pPr lvl="1" marR="0" rtl="0" algn="l">
              <a:spcBef>
                <a:spcPts val="0"/>
              </a:spcBef>
              <a:spcAft>
                <a:spcPts val="0"/>
              </a:spcAft>
              <a:buSzPts val="11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spcBef>
                <a:spcPts val="0"/>
              </a:spcBef>
              <a:spcAft>
                <a:spcPts val="0"/>
              </a:spcAft>
              <a:buNone/>
              <a:defRPr b="0" i="0" sz="500" u="none" cap="none" strike="noStrike">
                <a:solidFill>
                  <a:srgbClr val="898989"/>
                </a:solidFill>
                <a:latin typeface="Arial"/>
                <a:ea typeface="Arial"/>
                <a:cs typeface="Arial"/>
                <a:sym typeface="Arial"/>
              </a:defRPr>
            </a:lvl1pPr>
            <a:lvl2pPr indent="0" lvl="1" marL="0" marR="0" rtl="0" algn="ctr">
              <a:spcBef>
                <a:spcPts val="0"/>
              </a:spcBef>
              <a:spcAft>
                <a:spcPts val="0"/>
              </a:spcAft>
              <a:buNone/>
              <a:defRPr b="0" i="0" sz="500" u="none" cap="none" strike="noStrike">
                <a:solidFill>
                  <a:srgbClr val="898989"/>
                </a:solidFill>
                <a:latin typeface="Arial"/>
                <a:ea typeface="Arial"/>
                <a:cs typeface="Arial"/>
                <a:sym typeface="Arial"/>
              </a:defRPr>
            </a:lvl2pPr>
            <a:lvl3pPr indent="0" lvl="2" marL="0" marR="0" rtl="0" algn="ctr">
              <a:spcBef>
                <a:spcPts val="0"/>
              </a:spcBef>
              <a:spcAft>
                <a:spcPts val="0"/>
              </a:spcAft>
              <a:buNone/>
              <a:defRPr b="0" i="0" sz="500" u="none" cap="none" strike="noStrike">
                <a:solidFill>
                  <a:srgbClr val="898989"/>
                </a:solidFill>
                <a:latin typeface="Arial"/>
                <a:ea typeface="Arial"/>
                <a:cs typeface="Arial"/>
                <a:sym typeface="Arial"/>
              </a:defRPr>
            </a:lvl3pPr>
            <a:lvl4pPr indent="0" lvl="3" marL="0" marR="0" rtl="0" algn="ctr">
              <a:spcBef>
                <a:spcPts val="0"/>
              </a:spcBef>
              <a:spcAft>
                <a:spcPts val="0"/>
              </a:spcAft>
              <a:buNone/>
              <a:defRPr b="0" i="0" sz="500" u="none" cap="none" strike="noStrike">
                <a:solidFill>
                  <a:srgbClr val="898989"/>
                </a:solidFill>
                <a:latin typeface="Arial"/>
                <a:ea typeface="Arial"/>
                <a:cs typeface="Arial"/>
                <a:sym typeface="Arial"/>
              </a:defRPr>
            </a:lvl4pPr>
            <a:lvl5pPr indent="0" lvl="4" marL="0" marR="0" rtl="0" algn="ctr">
              <a:spcBef>
                <a:spcPts val="0"/>
              </a:spcBef>
              <a:spcAft>
                <a:spcPts val="0"/>
              </a:spcAft>
              <a:buNone/>
              <a:defRPr b="0" i="0" sz="500" u="none" cap="none" strike="noStrike">
                <a:solidFill>
                  <a:srgbClr val="898989"/>
                </a:solidFill>
                <a:latin typeface="Arial"/>
                <a:ea typeface="Arial"/>
                <a:cs typeface="Arial"/>
                <a:sym typeface="Arial"/>
              </a:defRPr>
            </a:lvl5pPr>
            <a:lvl6pPr indent="0" lvl="5" marL="0" marR="0" rtl="0" algn="ctr">
              <a:spcBef>
                <a:spcPts val="0"/>
              </a:spcBef>
              <a:spcAft>
                <a:spcPts val="0"/>
              </a:spcAft>
              <a:buNone/>
              <a:defRPr b="0" i="0" sz="500" u="none" cap="none" strike="noStrike">
                <a:solidFill>
                  <a:srgbClr val="898989"/>
                </a:solidFill>
                <a:latin typeface="Arial"/>
                <a:ea typeface="Arial"/>
                <a:cs typeface="Arial"/>
                <a:sym typeface="Arial"/>
              </a:defRPr>
            </a:lvl6pPr>
            <a:lvl7pPr indent="0" lvl="6" marL="0" marR="0" rtl="0" algn="ctr">
              <a:spcBef>
                <a:spcPts val="0"/>
              </a:spcBef>
              <a:spcAft>
                <a:spcPts val="0"/>
              </a:spcAft>
              <a:buNone/>
              <a:defRPr b="0" i="0" sz="500" u="none" cap="none" strike="noStrike">
                <a:solidFill>
                  <a:srgbClr val="898989"/>
                </a:solidFill>
                <a:latin typeface="Arial"/>
                <a:ea typeface="Arial"/>
                <a:cs typeface="Arial"/>
                <a:sym typeface="Arial"/>
              </a:defRPr>
            </a:lvl7pPr>
            <a:lvl8pPr indent="0" lvl="7" marL="0" marR="0" rtl="0" algn="ctr">
              <a:spcBef>
                <a:spcPts val="0"/>
              </a:spcBef>
              <a:spcAft>
                <a:spcPts val="0"/>
              </a:spcAft>
              <a:buNone/>
              <a:defRPr b="0" i="0" sz="500" u="none" cap="none" strike="noStrike">
                <a:solidFill>
                  <a:srgbClr val="898989"/>
                </a:solidFill>
                <a:latin typeface="Arial"/>
                <a:ea typeface="Arial"/>
                <a:cs typeface="Arial"/>
                <a:sym typeface="Arial"/>
              </a:defRPr>
            </a:lvl8pPr>
            <a:lvl9pPr indent="0" lvl="8" marL="0" marR="0" rtl="0" algn="ctr">
              <a:spcBef>
                <a:spcPts val="0"/>
              </a:spcBef>
              <a:spcAft>
                <a:spcPts val="0"/>
              </a:spcAft>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descr="A close up of a sign&#10;&#10;Description automatically generated" id="10" name="Google Shape;10;p1"/>
          <p:cNvPicPr preferRelativeResize="0"/>
          <p:nvPr/>
        </p:nvPicPr>
        <p:blipFill rotWithShape="1">
          <a:blip r:embed="rId1">
            <a:alphaModFix/>
          </a:blip>
          <a:srcRect b="0" l="0" r="0" t="0"/>
          <a:stretch/>
        </p:blipFill>
        <p:spPr>
          <a:xfrm>
            <a:off x="8393606" y="4711158"/>
            <a:ext cx="267462" cy="3429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pmc.ncbi.nlm.nih.gov/articles/PMC2797556/#:~:text=High%20cocoa%20and%20chocolate%20consumption,and%20overall%20cardiovascular%20mortality8." TargetMode="External"/><Relationship Id="rId4" Type="http://schemas.openxmlformats.org/officeDocument/2006/relationships/hyperlink" Target="https://pmc.ncbi.nlm.nih.gov/articles/PMC2797556/#R9" TargetMode="External"/><Relationship Id="rId5" Type="http://schemas.openxmlformats.org/officeDocument/2006/relationships/hyperlink" Target="https://pmc.ncbi.nlm.nih.gov/articles/PMC2797556/#:~:text=High%20cocoa%20and%20chocolate%20consumption,and%20overall%20cardiovascular%20mortality8." TargetMode="External"/><Relationship Id="rId6" Type="http://schemas.openxmlformats.org/officeDocument/2006/relationships/hyperlink" Target="https://www.health.harvard.edu/heart-health/is-chocolate-heart-health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hyperlink" Target="https://www.investopedia.com/thmb/57SSrjkubwPc6yvPr3vUnxvau5I=/1500x0/filters:no_upscale():max_bytes(150000):strip_icc()/Term-Definitions_p-value-fb1299e998e4477694f6623551d4cfc7.p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hyperlink" Target="https://www.thoughtco.com/null-hypothesis-examples-60909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hyperlink" Target="https://cdn11.bigcommerce.com/s-15h88fcyw7/images/stencil/870x1000/uploaded_images/fishtanksdirect-112914-saltwater-freshwater-aquariums-blogbanner1.jpg?t=1643986864" TargetMode="External"/><Relationship Id="rId6" Type="http://schemas.openxmlformats.org/officeDocument/2006/relationships/hyperlink" Target="https://www.fisheries.noaa.gov/s3//2022-11/coral%20reef%20credit%20Tom%20Moore.p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encrypted-tbn0.gstatic.com/images?q=tbn:ANd9GcSP4VmlmMZulwmrRDxMAiDhhWM-gQMaEbw_1A&amp;s" TargetMode="External"/><Relationship Id="rId5" Type="http://schemas.openxmlformats.org/officeDocument/2006/relationships/image" Target="../media/image14.png"/><Relationship Id="rId6" Type="http://schemas.openxmlformats.org/officeDocument/2006/relationships/hyperlink" Target="https://www.asbmb.org/getattachment/8ad9931a-6bcc-49fe-8d88-7055c5cfc47e/Female-scientist-445x324.jp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hyperlink" Target="https://i.sstatic.net/MsNnP.p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encrypted-tbn0.gstatic.com/images?q=tbn:ANd9GcSP4VmlmMZulwmrRDxMAiDhhWM-gQMaEbw_1A&amp;s" TargetMode="External"/><Relationship Id="rId4" Type="http://schemas.openxmlformats.org/officeDocument/2006/relationships/hyperlink" Target="https://www.asbmb.org/getattachment/8ad9931a-6bcc-49fe-8d88-7055c5cfc47e/Female-scientist-445x324.jpg" TargetMode="External"/><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hyperlink" Target="https://static.vecteezy.com/system/resources/previews/032/208/511/non_2x/difference-between-null-and-alternative-hypothesis-vector.jp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https://static.vecteezy.com/system/resources/previews/032/208/511/non_2x/difference-between-null-and-alternative-hypothesis-vector.jpg" TargetMode="External"/><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www.youtube.com/watch?v=4xG2aJa6UyY" TargetMode="External"/><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www.youtube.com/watch?v=CH50zuS8DD0" TargetMode="External"/><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www.youtube.com/watch?v=4xG2aJa6UyY" TargetMode="Externa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www.youtube.com/watch?v=iHdviZkM7S4" TargetMode="External"/><Relationship Id="rId4"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typing.com/student/tests" TargetMode="External"/><Relationship Id="rId4" Type="http://schemas.openxmlformats.org/officeDocument/2006/relationships/image" Target="../media/image25.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type="ctrTitle"/>
          </p:nvPr>
        </p:nvSpPr>
        <p:spPr>
          <a:xfrm>
            <a:off x="-67650" y="710325"/>
            <a:ext cx="9067200" cy="2470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
              <a:t>Introduction to P-Value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140950" y="366225"/>
            <a:ext cx="8520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000"/>
              <a:t>Can chocolate save lives? </a:t>
            </a:r>
            <a:endParaRPr sz="3000"/>
          </a:p>
        </p:txBody>
      </p:sp>
      <p:sp>
        <p:nvSpPr>
          <p:cNvPr id="89" name="Google Shape;89;p16"/>
          <p:cNvSpPr txBox="1"/>
          <p:nvPr/>
        </p:nvSpPr>
        <p:spPr>
          <a:xfrm>
            <a:off x="306600" y="1214550"/>
            <a:ext cx="8070600" cy="30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t>
            </a:r>
            <a:r>
              <a:rPr lang="en">
                <a:solidFill>
                  <a:schemeClr val="dk1"/>
                </a:solidFill>
              </a:rPr>
              <a:t> A sub-study of a population from the Zutphen Elderly Study showed that cocoa consumption was associated with a decrease in blood pressure and overall cardiovascular mortality.” – </a:t>
            </a:r>
            <a:r>
              <a:rPr lang="en" u="sng">
                <a:solidFill>
                  <a:schemeClr val="dk1"/>
                </a:solidFill>
                <a:hlinkClick r:id="rId3">
                  <a:extLst>
                    <a:ext uri="{A12FA001-AC4F-418D-AE19-62706E023703}">
                      <ahyp:hlinkClr val="tx"/>
                    </a:ext>
                  </a:extLst>
                </a:hlinkClick>
              </a:rPr>
              <a:t>National Library of Medicine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 case-control study done in Italy showed that the risk for myocardial infarction was inversely associated to chocolate consumption, reaching a 77% decrease in risk when comparing the population that ate more than three portions of chocolate per day with the population that consumed less than one</a:t>
            </a:r>
            <a:r>
              <a:rPr baseline="30000" lang="en" u="sng">
                <a:solidFill>
                  <a:schemeClr val="dk1"/>
                </a:solidFill>
                <a:hlinkClick r:id="rId4">
                  <a:extLst>
                    <a:ext uri="{A12FA001-AC4F-418D-AE19-62706E023703}">
                      <ahyp:hlinkClr val="tx"/>
                    </a:ext>
                  </a:extLst>
                </a:hlinkClick>
              </a:rPr>
              <a:t>9</a:t>
            </a:r>
            <a:r>
              <a:rPr lang="en">
                <a:solidFill>
                  <a:schemeClr val="dk1"/>
                </a:solidFill>
              </a:rPr>
              <a:t>.” – </a:t>
            </a:r>
            <a:r>
              <a:rPr lang="en" u="sng">
                <a:solidFill>
                  <a:schemeClr val="dk1"/>
                </a:solidFill>
                <a:hlinkClick r:id="rId5">
                  <a:extLst>
                    <a:ext uri="{A12FA001-AC4F-418D-AE19-62706E023703}">
                      <ahyp:hlinkClr val="tx"/>
                    </a:ext>
                  </a:extLst>
                </a:hlinkClick>
              </a:rPr>
              <a:t>National Library of Medicine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 recent study, conducted by research teams at Harvard and in Denmark, indicates that chocolate also protects against another heart condition, atrial fibrillation (AF). AF … raises a person's risk of heart failure, stroke, dementia, and death.” – </a:t>
            </a:r>
            <a:r>
              <a:rPr lang="en" u="sng">
                <a:solidFill>
                  <a:schemeClr val="dk1"/>
                </a:solidFill>
                <a:hlinkClick r:id="rId6">
                  <a:extLst>
                    <a:ext uri="{A12FA001-AC4F-418D-AE19-62706E023703}">
                      <ahyp:hlinkClr val="tx"/>
                    </a:ext>
                  </a:extLst>
                </a:hlinkClick>
              </a:rPr>
              <a:t>Harvard Health Publishing</a:t>
            </a:r>
            <a:endParaRPr>
              <a:solidFill>
                <a:schemeClr val="dk1"/>
              </a:solidFill>
            </a:endParaRPr>
          </a:p>
          <a:p>
            <a:pPr indent="0" lvl="0" marL="0" rtl="0" algn="l">
              <a:spcBef>
                <a:spcPts val="0"/>
              </a:spcBef>
              <a:spcAft>
                <a:spcPts val="0"/>
              </a:spcAft>
              <a:buNone/>
            </a:pPr>
            <a:r>
              <a:t/>
            </a:r>
            <a:endParaRPr>
              <a:solidFill>
                <a:srgbClr val="1B1B1B"/>
              </a:solidFill>
              <a:highlight>
                <a:srgbClr val="FFFFFF"/>
              </a:highlight>
              <a:latin typeface="Times New Roman"/>
              <a:ea typeface="Times New Roman"/>
              <a:cs typeface="Times New Roman"/>
              <a:sym typeface="Times New Roman"/>
            </a:endParaRPr>
          </a:p>
        </p:txBody>
      </p:sp>
      <p:sp>
        <p:nvSpPr>
          <p:cNvPr id="90" name="Google Shape;90;p16"/>
          <p:cNvSpPr txBox="1"/>
          <p:nvPr/>
        </p:nvSpPr>
        <p:spPr>
          <a:xfrm flipH="1">
            <a:off x="7076125" y="195325"/>
            <a:ext cx="673800" cy="2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7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P-Value Can Test Your Suspicions </a:t>
            </a:r>
            <a:endParaRPr b="1" sz="3000"/>
          </a:p>
        </p:txBody>
      </p:sp>
      <p:sp>
        <p:nvSpPr>
          <p:cNvPr id="96" name="Google Shape;96;p17"/>
          <p:cNvSpPr txBox="1"/>
          <p:nvPr>
            <p:ph idx="1" type="body"/>
          </p:nvPr>
        </p:nvSpPr>
        <p:spPr>
          <a:xfrm>
            <a:off x="311700" y="1275413"/>
            <a:ext cx="5490000" cy="14193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1600"/>
              </a:spcBef>
              <a:spcAft>
                <a:spcPts val="1600"/>
              </a:spcAft>
              <a:buNone/>
            </a:pPr>
            <a:r>
              <a:rPr lang="en" sz="1600">
                <a:solidFill>
                  <a:schemeClr val="dk1"/>
                </a:solidFill>
              </a:rPr>
              <a:t>If we really wanted to see if these findings are simply due to chance or if there is an actual correlation between heart health and chocolate consumption, conducting a hypothesis test and finding the p-value would be helpful in testing your suspicions. </a:t>
            </a:r>
            <a:endParaRPr sz="1600">
              <a:solidFill>
                <a:schemeClr val="dk1"/>
              </a:solidFill>
            </a:endParaRPr>
          </a:p>
        </p:txBody>
      </p:sp>
      <p:pic>
        <p:nvPicPr>
          <p:cNvPr id="97" name="Google Shape;97;p17"/>
          <p:cNvPicPr preferRelativeResize="0"/>
          <p:nvPr/>
        </p:nvPicPr>
        <p:blipFill rotWithShape="1">
          <a:blip r:embed="rId3">
            <a:alphaModFix/>
          </a:blip>
          <a:srcRect b="10088" l="0" r="0" t="0"/>
          <a:stretch/>
        </p:blipFill>
        <p:spPr>
          <a:xfrm>
            <a:off x="5979000" y="1663925"/>
            <a:ext cx="3028924" cy="1815650"/>
          </a:xfrm>
          <a:prstGeom prst="rect">
            <a:avLst/>
          </a:prstGeom>
          <a:noFill/>
          <a:ln>
            <a:noFill/>
          </a:ln>
        </p:spPr>
      </p:pic>
      <p:sp>
        <p:nvSpPr>
          <p:cNvPr id="98" name="Google Shape;98;p17"/>
          <p:cNvSpPr txBox="1"/>
          <p:nvPr/>
        </p:nvSpPr>
        <p:spPr>
          <a:xfrm>
            <a:off x="7072713" y="4725400"/>
            <a:ext cx="1262100" cy="32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4"/>
              </a:rPr>
              <a:t>Image Credit</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Null Hypothesis vs </a:t>
            </a:r>
            <a:r>
              <a:rPr lang="en" sz="3000"/>
              <a:t>Alternative</a:t>
            </a:r>
            <a:r>
              <a:rPr lang="en" sz="3000"/>
              <a:t> Hypothesis </a:t>
            </a:r>
            <a:endParaRPr b="1" sz="3000"/>
          </a:p>
        </p:txBody>
      </p:sp>
      <p:sp>
        <p:nvSpPr>
          <p:cNvPr id="104" name="Google Shape;104;p18"/>
          <p:cNvSpPr txBox="1"/>
          <p:nvPr>
            <p:ph idx="1" type="body"/>
          </p:nvPr>
        </p:nvSpPr>
        <p:spPr>
          <a:xfrm>
            <a:off x="311700" y="1059900"/>
            <a:ext cx="4566600" cy="331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b="1" lang="en">
                <a:solidFill>
                  <a:schemeClr val="dk1"/>
                </a:solidFill>
              </a:rPr>
              <a:t>Alternative hypothesis</a:t>
            </a:r>
            <a:r>
              <a:rPr lang="en">
                <a:solidFill>
                  <a:schemeClr val="dk1"/>
                </a:solidFill>
              </a:rPr>
              <a:t>: Think of this as your claim and the traditional hypothesis you have been writing in your classes. Your alternative hypothesis is what you would expect to see if the effect you are studying </a:t>
            </a:r>
            <a:r>
              <a:rPr b="1" lang="en">
                <a:solidFill>
                  <a:schemeClr val="dk1"/>
                </a:solidFill>
              </a:rPr>
              <a:t>does exist</a:t>
            </a:r>
            <a:r>
              <a:rPr lang="en">
                <a:solidFill>
                  <a:schemeClr val="dk1"/>
                </a:solidFill>
              </a:rPr>
              <a:t> between your two groups or variables.</a:t>
            </a:r>
            <a:endParaRPr>
              <a:solidFill>
                <a:schemeClr val="dk1"/>
              </a:solidFill>
            </a:endParaRPr>
          </a:p>
          <a:p>
            <a:pPr indent="0" lvl="0" marL="0" rtl="0" algn="l">
              <a:lnSpc>
                <a:spcPct val="115000"/>
              </a:lnSpc>
              <a:spcBef>
                <a:spcPts val="1600"/>
              </a:spcBef>
              <a:spcAft>
                <a:spcPts val="0"/>
              </a:spcAft>
              <a:buSzPts val="1800"/>
              <a:buNone/>
            </a:pPr>
            <a:r>
              <a:rPr b="1" lang="en">
                <a:solidFill>
                  <a:schemeClr val="dk1"/>
                </a:solidFill>
              </a:rPr>
              <a:t>Null hypothesis</a:t>
            </a:r>
            <a:r>
              <a:rPr lang="en">
                <a:solidFill>
                  <a:schemeClr val="dk1"/>
                </a:solidFill>
              </a:rPr>
              <a:t>: Your null hypothesis is what you would expect to see if the effect you are studying between your two groups or variables </a:t>
            </a:r>
            <a:r>
              <a:rPr b="1" lang="en">
                <a:solidFill>
                  <a:schemeClr val="dk1"/>
                </a:solidFill>
              </a:rPr>
              <a:t>does not exist</a:t>
            </a:r>
            <a:r>
              <a:rPr lang="en">
                <a:solidFill>
                  <a:schemeClr val="dk1"/>
                </a:solidFill>
              </a:rPr>
              <a:t>. </a:t>
            </a:r>
            <a:endParaRPr>
              <a:solidFill>
                <a:schemeClr val="dk1"/>
              </a:solidFill>
            </a:endParaRPr>
          </a:p>
          <a:p>
            <a:pPr indent="0" lvl="0" marL="0" rtl="0" algn="l">
              <a:lnSpc>
                <a:spcPct val="115000"/>
              </a:lnSpc>
              <a:spcBef>
                <a:spcPts val="1600"/>
              </a:spcBef>
              <a:spcAft>
                <a:spcPts val="1600"/>
              </a:spcAft>
              <a:buSzPts val="1800"/>
              <a:buNone/>
            </a:pPr>
            <a:r>
              <a:rPr b="1" lang="en">
                <a:solidFill>
                  <a:schemeClr val="dk1"/>
                </a:solidFill>
              </a:rPr>
              <a:t>Question:</a:t>
            </a:r>
            <a:r>
              <a:rPr lang="en">
                <a:solidFill>
                  <a:schemeClr val="dk1"/>
                </a:solidFill>
              </a:rPr>
              <a:t> What are three possible alternative hypotheses for the three null hypotheses depicted in the image? </a:t>
            </a:r>
            <a:endParaRPr>
              <a:solidFill>
                <a:schemeClr val="dk1"/>
              </a:solidFill>
            </a:endParaRPr>
          </a:p>
        </p:txBody>
      </p:sp>
      <p:pic>
        <p:nvPicPr>
          <p:cNvPr id="105" name="Google Shape;105;p18"/>
          <p:cNvPicPr preferRelativeResize="0"/>
          <p:nvPr/>
        </p:nvPicPr>
        <p:blipFill rotWithShape="1">
          <a:blip r:embed="rId3">
            <a:alphaModFix/>
          </a:blip>
          <a:srcRect b="9885" l="0" r="0" t="0"/>
          <a:stretch/>
        </p:blipFill>
        <p:spPr>
          <a:xfrm>
            <a:off x="4839400" y="1376150"/>
            <a:ext cx="4134075" cy="2391200"/>
          </a:xfrm>
          <a:prstGeom prst="rect">
            <a:avLst/>
          </a:prstGeom>
          <a:noFill/>
          <a:ln>
            <a:noFill/>
          </a:ln>
        </p:spPr>
      </p:pic>
      <p:sp>
        <p:nvSpPr>
          <p:cNvPr id="106" name="Google Shape;106;p18"/>
          <p:cNvSpPr txBox="1"/>
          <p:nvPr/>
        </p:nvSpPr>
        <p:spPr>
          <a:xfrm>
            <a:off x="7317488" y="4702725"/>
            <a:ext cx="3425400" cy="2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hlink"/>
                </a:solidFill>
                <a:hlinkClick r:id="rId4"/>
              </a:rPr>
              <a:t>Image Credit</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Null or Alternative Hypothesis? </a:t>
            </a:r>
            <a:endParaRPr b="1" sz="3000"/>
          </a:p>
        </p:txBody>
      </p:sp>
      <p:sp>
        <p:nvSpPr>
          <p:cNvPr id="112" name="Google Shape;112;p19"/>
          <p:cNvSpPr txBox="1"/>
          <p:nvPr>
            <p:ph idx="1" type="body"/>
          </p:nvPr>
        </p:nvSpPr>
        <p:spPr>
          <a:xfrm>
            <a:off x="311700" y="1152475"/>
            <a:ext cx="8427000" cy="1419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600"/>
              </a:spcBef>
              <a:spcAft>
                <a:spcPts val="0"/>
              </a:spcAft>
              <a:buClr>
                <a:schemeClr val="dk1"/>
              </a:buClr>
              <a:buSzPts val="2000"/>
              <a:buAutoNum type="arabicPeriod"/>
            </a:pPr>
            <a:r>
              <a:rPr lang="en" sz="2000">
                <a:solidFill>
                  <a:schemeClr val="dk1"/>
                </a:solidFill>
              </a:rPr>
              <a:t>Fish in the wild have a longer </a:t>
            </a:r>
            <a:r>
              <a:rPr lang="en" sz="2000">
                <a:solidFill>
                  <a:schemeClr val="dk1"/>
                </a:solidFill>
              </a:rPr>
              <a:t>lifespan</a:t>
            </a:r>
            <a:r>
              <a:rPr lang="en" sz="2000">
                <a:solidFill>
                  <a:schemeClr val="dk1"/>
                </a:solidFill>
              </a:rPr>
              <a:t> than fish in captivity. </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 sz="2000">
                <a:solidFill>
                  <a:schemeClr val="dk1"/>
                </a:solidFill>
              </a:rPr>
              <a:t>Fish in the wild do not have a longer lifespan than fish in captivity. </a:t>
            </a:r>
            <a:endParaRPr sz="2000">
              <a:solidFill>
                <a:schemeClr val="dk1"/>
              </a:solidFill>
            </a:endParaRPr>
          </a:p>
          <a:p>
            <a:pPr indent="0" lvl="0" marL="0" rtl="0" algn="l">
              <a:lnSpc>
                <a:spcPct val="115000"/>
              </a:lnSpc>
              <a:spcBef>
                <a:spcPts val="1600"/>
              </a:spcBef>
              <a:spcAft>
                <a:spcPts val="1600"/>
              </a:spcAft>
              <a:buNone/>
            </a:pPr>
            <a:r>
              <a:rPr b="1" lang="en" sz="2000">
                <a:solidFill>
                  <a:schemeClr val="dk1"/>
                </a:solidFill>
              </a:rPr>
              <a:t>Question</a:t>
            </a:r>
            <a:r>
              <a:rPr lang="en" sz="2000">
                <a:solidFill>
                  <a:schemeClr val="dk1"/>
                </a:solidFill>
              </a:rPr>
              <a:t>: Which is the null hypothesis and which is the alternative hypothesis? </a:t>
            </a:r>
            <a:endParaRPr sz="2000">
              <a:solidFill>
                <a:schemeClr val="dk1"/>
              </a:solidFill>
            </a:endParaRPr>
          </a:p>
        </p:txBody>
      </p:sp>
      <p:pic>
        <p:nvPicPr>
          <p:cNvPr id="113" name="Google Shape;113;p19"/>
          <p:cNvPicPr preferRelativeResize="0"/>
          <p:nvPr/>
        </p:nvPicPr>
        <p:blipFill>
          <a:blip r:embed="rId3">
            <a:alphaModFix/>
          </a:blip>
          <a:stretch>
            <a:fillRect/>
          </a:stretch>
        </p:blipFill>
        <p:spPr>
          <a:xfrm>
            <a:off x="884175" y="2908000"/>
            <a:ext cx="2657950" cy="1594775"/>
          </a:xfrm>
          <a:prstGeom prst="rect">
            <a:avLst/>
          </a:prstGeom>
          <a:noFill/>
          <a:ln>
            <a:noFill/>
          </a:ln>
        </p:spPr>
      </p:pic>
      <p:sp>
        <p:nvSpPr>
          <p:cNvPr id="114" name="Google Shape;114;p19"/>
          <p:cNvSpPr txBox="1"/>
          <p:nvPr/>
        </p:nvSpPr>
        <p:spPr>
          <a:xfrm>
            <a:off x="4078825" y="2952400"/>
            <a:ext cx="1262100" cy="13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600">
                <a:solidFill>
                  <a:schemeClr val="dk1"/>
                </a:solidFill>
              </a:rPr>
              <a:t>?</a:t>
            </a:r>
            <a:endParaRPr sz="9600">
              <a:solidFill>
                <a:schemeClr val="dk1"/>
              </a:solidFill>
            </a:endParaRPr>
          </a:p>
        </p:txBody>
      </p:sp>
      <p:pic>
        <p:nvPicPr>
          <p:cNvPr id="115" name="Google Shape;115;p19"/>
          <p:cNvPicPr preferRelativeResize="0"/>
          <p:nvPr/>
        </p:nvPicPr>
        <p:blipFill rotWithShape="1">
          <a:blip r:embed="rId4">
            <a:alphaModFix/>
          </a:blip>
          <a:srcRect b="0" l="0" r="0" t="7484"/>
          <a:stretch/>
        </p:blipFill>
        <p:spPr>
          <a:xfrm>
            <a:off x="5502850" y="2863400"/>
            <a:ext cx="2657949" cy="1639375"/>
          </a:xfrm>
          <a:prstGeom prst="rect">
            <a:avLst/>
          </a:prstGeom>
          <a:noFill/>
          <a:ln>
            <a:noFill/>
          </a:ln>
        </p:spPr>
      </p:pic>
      <p:sp>
        <p:nvSpPr>
          <p:cNvPr id="116" name="Google Shape;116;p19"/>
          <p:cNvSpPr txBox="1"/>
          <p:nvPr/>
        </p:nvSpPr>
        <p:spPr>
          <a:xfrm>
            <a:off x="1582100" y="4671675"/>
            <a:ext cx="12621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hlink"/>
                </a:solidFill>
                <a:hlinkClick r:id="rId5"/>
              </a:rPr>
              <a:t>Image Credit</a:t>
            </a:r>
            <a:endParaRPr sz="1000"/>
          </a:p>
        </p:txBody>
      </p:sp>
      <p:sp>
        <p:nvSpPr>
          <p:cNvPr id="117" name="Google Shape;117;p19"/>
          <p:cNvSpPr txBox="1"/>
          <p:nvPr/>
        </p:nvSpPr>
        <p:spPr>
          <a:xfrm>
            <a:off x="6373700" y="4698075"/>
            <a:ext cx="14847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hlink"/>
                </a:solidFill>
                <a:hlinkClick r:id="rId6"/>
              </a:rPr>
              <a:t>Image Credit</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Null and Alternative Hypothesis </a:t>
            </a:r>
            <a:endParaRPr/>
          </a:p>
        </p:txBody>
      </p:sp>
      <p:sp>
        <p:nvSpPr>
          <p:cNvPr id="123" name="Google Shape;123;p20"/>
          <p:cNvSpPr txBox="1"/>
          <p:nvPr>
            <p:ph idx="1" type="body"/>
          </p:nvPr>
        </p:nvSpPr>
        <p:spPr>
          <a:xfrm>
            <a:off x="311700" y="737750"/>
            <a:ext cx="8520600" cy="3409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lang="en" sz="1800"/>
              <a:t>Take a few moments to find your hypothesis (alternative hypothesis) that you wrote down for your ecaofabs.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eriod"/>
            </a:pPr>
            <a:r>
              <a:rPr lang="en" sz="1800"/>
              <a:t>Within your table groups discuss what a possible null hypothesis would be for each hypothesis you and your table members wrote down. </a:t>
            </a:r>
            <a:endParaRPr sz="1800"/>
          </a:p>
        </p:txBody>
      </p:sp>
      <p:pic>
        <p:nvPicPr>
          <p:cNvPr id="124" name="Google Shape;124;p20"/>
          <p:cNvPicPr preferRelativeResize="0"/>
          <p:nvPr/>
        </p:nvPicPr>
        <p:blipFill>
          <a:blip r:embed="rId3">
            <a:alphaModFix/>
          </a:blip>
          <a:stretch>
            <a:fillRect/>
          </a:stretch>
        </p:blipFill>
        <p:spPr>
          <a:xfrm>
            <a:off x="5309750" y="253824"/>
            <a:ext cx="3199301" cy="1194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000"/>
              <a:t>Why p-values are Important  </a:t>
            </a:r>
            <a:endParaRPr sz="3000"/>
          </a:p>
        </p:txBody>
      </p:sp>
      <p:sp>
        <p:nvSpPr>
          <p:cNvPr id="130" name="Google Shape;130;p21"/>
          <p:cNvSpPr txBox="1"/>
          <p:nvPr>
            <p:ph idx="1" type="body"/>
          </p:nvPr>
        </p:nvSpPr>
        <p:spPr>
          <a:xfrm>
            <a:off x="311700" y="1000425"/>
            <a:ext cx="4567500" cy="3551100"/>
          </a:xfrm>
          <a:prstGeom prst="rect">
            <a:avLst/>
          </a:prstGeom>
        </p:spPr>
        <p:txBody>
          <a:bodyPr anchorCtr="0" anchor="ctr"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Char char="●"/>
            </a:pPr>
            <a:r>
              <a:rPr lang="en" sz="1800">
                <a:solidFill>
                  <a:schemeClr val="dk1"/>
                </a:solidFill>
              </a:rPr>
              <a:t>Allow us to draw conclusions based on our data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P-values are used across MANY fields </a:t>
            </a:r>
            <a:r>
              <a:rPr lang="en" sz="1800">
                <a:solidFill>
                  <a:schemeClr val="dk1"/>
                </a:solidFill>
              </a:rPr>
              <a:t>because</a:t>
            </a:r>
            <a:r>
              <a:rPr lang="en" sz="1800">
                <a:solidFill>
                  <a:schemeClr val="dk1"/>
                </a:solidFill>
              </a:rPr>
              <a:t> they let you determine the statistical significance of your data/results</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Confidence vs. Chance</a:t>
            </a:r>
            <a:endParaRPr sz="1800">
              <a:solidFill>
                <a:schemeClr val="dk1"/>
              </a:solidFill>
            </a:endParaRPr>
          </a:p>
        </p:txBody>
      </p:sp>
      <p:pic>
        <p:nvPicPr>
          <p:cNvPr id="131" name="Google Shape;131;p21"/>
          <p:cNvPicPr preferRelativeResize="0"/>
          <p:nvPr/>
        </p:nvPicPr>
        <p:blipFill rotWithShape="1">
          <a:blip r:embed="rId3">
            <a:alphaModFix/>
          </a:blip>
          <a:srcRect b="0" l="4497" r="3910" t="0"/>
          <a:stretch/>
        </p:blipFill>
        <p:spPr>
          <a:xfrm>
            <a:off x="5368975" y="1431371"/>
            <a:ext cx="2811150" cy="920729"/>
          </a:xfrm>
          <a:prstGeom prst="rect">
            <a:avLst/>
          </a:prstGeom>
          <a:noFill/>
          <a:ln>
            <a:noFill/>
          </a:ln>
        </p:spPr>
      </p:pic>
      <p:sp>
        <p:nvSpPr>
          <p:cNvPr id="132" name="Google Shape;132;p21"/>
          <p:cNvSpPr txBox="1"/>
          <p:nvPr/>
        </p:nvSpPr>
        <p:spPr>
          <a:xfrm>
            <a:off x="7318675" y="4704200"/>
            <a:ext cx="15747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4"/>
              </a:rPr>
              <a:t>Image credit</a:t>
            </a:r>
            <a:endParaRPr sz="1100"/>
          </a:p>
        </p:txBody>
      </p:sp>
      <p:pic>
        <p:nvPicPr>
          <p:cNvPr id="133" name="Google Shape;133;p21"/>
          <p:cNvPicPr preferRelativeResize="0"/>
          <p:nvPr/>
        </p:nvPicPr>
        <p:blipFill>
          <a:blip r:embed="rId5">
            <a:alphaModFix/>
          </a:blip>
          <a:stretch>
            <a:fillRect/>
          </a:stretch>
        </p:blipFill>
        <p:spPr>
          <a:xfrm>
            <a:off x="5368987" y="2504763"/>
            <a:ext cx="2811130" cy="2046762"/>
          </a:xfrm>
          <a:prstGeom prst="rect">
            <a:avLst/>
          </a:prstGeom>
          <a:noFill/>
          <a:ln>
            <a:noFill/>
          </a:ln>
        </p:spPr>
      </p:pic>
      <p:sp>
        <p:nvSpPr>
          <p:cNvPr id="134" name="Google Shape;134;p21"/>
          <p:cNvSpPr txBox="1"/>
          <p:nvPr/>
        </p:nvSpPr>
        <p:spPr>
          <a:xfrm>
            <a:off x="6239875" y="4704200"/>
            <a:ext cx="1292700" cy="1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6"/>
              </a:rPr>
              <a:t>Image credit</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What is p-value? </a:t>
            </a:r>
            <a:endParaRPr b="1" sz="3000"/>
          </a:p>
        </p:txBody>
      </p:sp>
      <p:sp>
        <p:nvSpPr>
          <p:cNvPr id="140" name="Google Shape;140;p22"/>
          <p:cNvSpPr txBox="1"/>
          <p:nvPr>
            <p:ph idx="1" type="body"/>
          </p:nvPr>
        </p:nvSpPr>
        <p:spPr>
          <a:xfrm>
            <a:off x="311700" y="1152475"/>
            <a:ext cx="3543300" cy="3416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600"/>
              </a:spcBef>
              <a:spcAft>
                <a:spcPts val="0"/>
              </a:spcAft>
              <a:buClr>
                <a:schemeClr val="dk1"/>
              </a:buClr>
              <a:buSzPts val="1500"/>
              <a:buChar char="●"/>
            </a:pPr>
            <a:r>
              <a:rPr lang="en" sz="1500">
                <a:solidFill>
                  <a:schemeClr val="dk1"/>
                </a:solidFill>
              </a:rPr>
              <a:t>Probability of seeing the observed data assuming the null is true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A common threshold is 0.05, but this can change depending on the field you are in.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Can reject the null if you get a p-value of 0.05 (conventionally) or less</a:t>
            </a:r>
            <a:endParaRPr sz="1500">
              <a:solidFill>
                <a:schemeClr val="dk1"/>
              </a:solidFill>
            </a:endParaRPr>
          </a:p>
          <a:p>
            <a:pPr indent="0" lvl="0" marL="0" rtl="0" algn="l">
              <a:lnSpc>
                <a:spcPct val="115000"/>
              </a:lnSpc>
              <a:spcBef>
                <a:spcPts val="1600"/>
              </a:spcBef>
              <a:spcAft>
                <a:spcPts val="1600"/>
              </a:spcAft>
              <a:buNone/>
            </a:pPr>
            <a:r>
              <a:rPr b="1" lang="en" sz="1500">
                <a:solidFill>
                  <a:schemeClr val="dk1"/>
                </a:solidFill>
              </a:rPr>
              <a:t>Question:</a:t>
            </a:r>
            <a:r>
              <a:rPr lang="en" sz="1500">
                <a:solidFill>
                  <a:schemeClr val="dk1"/>
                </a:solidFill>
              </a:rPr>
              <a:t> Can you think of a field in which you would want an even lower p-value? </a:t>
            </a:r>
            <a:endParaRPr sz="1500">
              <a:solidFill>
                <a:schemeClr val="dk1"/>
              </a:solidFill>
            </a:endParaRPr>
          </a:p>
        </p:txBody>
      </p:sp>
      <p:pic>
        <p:nvPicPr>
          <p:cNvPr id="141" name="Google Shape;141;p22"/>
          <p:cNvPicPr preferRelativeResize="0"/>
          <p:nvPr/>
        </p:nvPicPr>
        <p:blipFill>
          <a:blip r:embed="rId3">
            <a:alphaModFix/>
          </a:blip>
          <a:stretch>
            <a:fillRect/>
          </a:stretch>
        </p:blipFill>
        <p:spPr>
          <a:xfrm>
            <a:off x="3946297" y="939925"/>
            <a:ext cx="5061328" cy="3416400"/>
          </a:xfrm>
          <a:prstGeom prst="rect">
            <a:avLst/>
          </a:prstGeom>
          <a:noFill/>
          <a:ln>
            <a:noFill/>
          </a:ln>
        </p:spPr>
      </p:pic>
      <p:sp>
        <p:nvSpPr>
          <p:cNvPr id="142" name="Google Shape;142;p22"/>
          <p:cNvSpPr txBox="1"/>
          <p:nvPr/>
        </p:nvSpPr>
        <p:spPr>
          <a:xfrm>
            <a:off x="7256950" y="4715250"/>
            <a:ext cx="1099800" cy="1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4"/>
              </a:rPr>
              <a:t>Image credit</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000"/>
              <a:t>P-Value Example</a:t>
            </a:r>
            <a:endParaRPr sz="3000"/>
          </a:p>
        </p:txBody>
      </p:sp>
      <p:sp>
        <p:nvSpPr>
          <p:cNvPr id="148" name="Google Shape;148;p23"/>
          <p:cNvSpPr txBox="1"/>
          <p:nvPr/>
        </p:nvSpPr>
        <p:spPr>
          <a:xfrm>
            <a:off x="7318675" y="4704200"/>
            <a:ext cx="15747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Image credit</a:t>
            </a:r>
            <a:endParaRPr sz="1100"/>
          </a:p>
        </p:txBody>
      </p:sp>
      <p:sp>
        <p:nvSpPr>
          <p:cNvPr id="149" name="Google Shape;149;p23"/>
          <p:cNvSpPr txBox="1"/>
          <p:nvPr/>
        </p:nvSpPr>
        <p:spPr>
          <a:xfrm>
            <a:off x="6239875" y="4704200"/>
            <a:ext cx="1292700" cy="1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4"/>
              </a:rPr>
              <a:t>Image credit</a:t>
            </a:r>
            <a:endParaRPr sz="1100"/>
          </a:p>
        </p:txBody>
      </p:sp>
      <p:sp>
        <p:nvSpPr>
          <p:cNvPr id="150" name="Google Shape;150;p23"/>
          <p:cNvSpPr txBox="1"/>
          <p:nvPr/>
        </p:nvSpPr>
        <p:spPr>
          <a:xfrm>
            <a:off x="280725" y="1253300"/>
            <a:ext cx="4752600" cy="31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Alternative Hypothesis:</a:t>
            </a:r>
            <a:r>
              <a:rPr lang="en"/>
              <a:t> A bag of potato chips does not have the supposed average of 28 grams of chips per bag.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Null Hypothesis:</a:t>
            </a:r>
            <a:r>
              <a:rPr lang="en"/>
              <a:t> A bag of potato chips has the supposed average of 28 grams of chips per bag.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P-value:</a:t>
            </a:r>
            <a:r>
              <a:rPr lang="en"/>
              <a:t> When I simulate under the null, I get a p-value of 0.04.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Conclusion:</a:t>
            </a:r>
            <a:r>
              <a:rPr lang="en"/>
              <a:t> Since my p-value is </a:t>
            </a:r>
            <a:r>
              <a:rPr lang="en"/>
              <a:t>below</a:t>
            </a:r>
            <a:r>
              <a:rPr lang="en"/>
              <a:t> 0.05, I can confidently reject the null hypothesis and have confidence in my alternative hypothesis that a bag of potato chips does not have an average of 28 grams of chips/bag.</a:t>
            </a:r>
            <a:endParaRPr/>
          </a:p>
        </p:txBody>
      </p:sp>
      <p:pic>
        <p:nvPicPr>
          <p:cNvPr id="151" name="Google Shape;151;p23"/>
          <p:cNvPicPr preferRelativeResize="0"/>
          <p:nvPr/>
        </p:nvPicPr>
        <p:blipFill>
          <a:blip r:embed="rId5">
            <a:alphaModFix/>
          </a:blip>
          <a:stretch>
            <a:fillRect/>
          </a:stretch>
        </p:blipFill>
        <p:spPr>
          <a:xfrm>
            <a:off x="5113550" y="1684425"/>
            <a:ext cx="3953774" cy="1574100"/>
          </a:xfrm>
          <a:prstGeom prst="rect">
            <a:avLst/>
          </a:prstGeom>
          <a:noFill/>
          <a:ln>
            <a:noFill/>
          </a:ln>
        </p:spPr>
      </p:pic>
      <p:sp>
        <p:nvSpPr>
          <p:cNvPr id="152" name="Google Shape;152;p23"/>
          <p:cNvSpPr/>
          <p:nvPr/>
        </p:nvSpPr>
        <p:spPr>
          <a:xfrm>
            <a:off x="5411500" y="2842050"/>
            <a:ext cx="205800" cy="184800"/>
          </a:xfrm>
          <a:prstGeom prst="star5">
            <a:avLst>
              <a:gd fmla="val 13582" name="adj"/>
              <a:gd fmla="val 105146" name="hf"/>
              <a:gd fmla="val 110557" name="vf"/>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3"/>
          <p:cNvSpPr/>
          <p:nvPr/>
        </p:nvSpPr>
        <p:spPr>
          <a:xfrm>
            <a:off x="5411500" y="3026850"/>
            <a:ext cx="205800" cy="983100"/>
          </a:xfrm>
          <a:prstGeom prst="up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3"/>
          <p:cNvSpPr txBox="1"/>
          <p:nvPr/>
        </p:nvSpPr>
        <p:spPr>
          <a:xfrm>
            <a:off x="5033325" y="4009950"/>
            <a:ext cx="1823100" cy="4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p-value=0.04 </a:t>
            </a:r>
            <a:endParaRPr sz="1200"/>
          </a:p>
        </p:txBody>
      </p:sp>
      <p:sp>
        <p:nvSpPr>
          <p:cNvPr id="155" name="Google Shape;155;p23"/>
          <p:cNvSpPr/>
          <p:nvPr/>
        </p:nvSpPr>
        <p:spPr>
          <a:xfrm rot="-2519233">
            <a:off x="5860682" y="2906771"/>
            <a:ext cx="205840" cy="982978"/>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3"/>
          <p:cNvSpPr txBox="1"/>
          <p:nvPr/>
        </p:nvSpPr>
        <p:spPr>
          <a:xfrm>
            <a:off x="6137925" y="3753513"/>
            <a:ext cx="19050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My statistical significance threshold is 0.05 </a:t>
            </a:r>
            <a:endParaRPr sz="1200"/>
          </a:p>
        </p:txBody>
      </p:sp>
      <p:sp>
        <p:nvSpPr>
          <p:cNvPr id="157" name="Google Shape;157;p23"/>
          <p:cNvSpPr/>
          <p:nvPr/>
        </p:nvSpPr>
        <p:spPr>
          <a:xfrm>
            <a:off x="5056350" y="4093725"/>
            <a:ext cx="1041000" cy="29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3"/>
          <p:cNvSpPr/>
          <p:nvPr/>
        </p:nvSpPr>
        <p:spPr>
          <a:xfrm>
            <a:off x="6178888" y="3832952"/>
            <a:ext cx="1823100" cy="4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000"/>
              <a:t>Normal Distribution and the Null Hypothesis </a:t>
            </a:r>
            <a:endParaRPr sz="3000"/>
          </a:p>
        </p:txBody>
      </p:sp>
      <p:pic>
        <p:nvPicPr>
          <p:cNvPr id="164" name="Google Shape;164;p24"/>
          <p:cNvPicPr preferRelativeResize="0"/>
          <p:nvPr/>
        </p:nvPicPr>
        <p:blipFill>
          <a:blip r:embed="rId3">
            <a:alphaModFix/>
          </a:blip>
          <a:stretch>
            <a:fillRect/>
          </a:stretch>
        </p:blipFill>
        <p:spPr>
          <a:xfrm>
            <a:off x="5747250" y="1184075"/>
            <a:ext cx="2707801" cy="3384751"/>
          </a:xfrm>
          <a:prstGeom prst="rect">
            <a:avLst/>
          </a:prstGeom>
          <a:noFill/>
          <a:ln>
            <a:noFill/>
          </a:ln>
        </p:spPr>
      </p:pic>
      <p:sp>
        <p:nvSpPr>
          <p:cNvPr id="165" name="Google Shape;165;p24"/>
          <p:cNvSpPr txBox="1"/>
          <p:nvPr/>
        </p:nvSpPr>
        <p:spPr>
          <a:xfrm>
            <a:off x="7209600" y="4673700"/>
            <a:ext cx="16227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4"/>
              </a:rPr>
              <a:t>Image Credit</a:t>
            </a:r>
            <a:endParaRPr sz="1200"/>
          </a:p>
        </p:txBody>
      </p:sp>
      <p:sp>
        <p:nvSpPr>
          <p:cNvPr id="166" name="Google Shape;166;p24"/>
          <p:cNvSpPr txBox="1"/>
          <p:nvPr/>
        </p:nvSpPr>
        <p:spPr>
          <a:xfrm>
            <a:off x="360400" y="1274300"/>
            <a:ext cx="5161500" cy="3192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As mentioned, in hypothesis testing you simulate under the null hypothesis essentially meaning you assume the null is true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But why are we looking at these normal distributions or bell curves?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No matter what our sample distribution is, the distribution of the sample MEAN will always approach normal and yield a normal distribution by the Central Limit Theorem</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The more samples you have, the smaller the variance, or the spread of your distribution, will be. Meaning the distribution of the sample mean becomes more narrow as it approaches the true population mean.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0" y="289500"/>
            <a:ext cx="9057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000"/>
              <a:t>Hypotheses and the Tails of Normal Distributions</a:t>
            </a:r>
            <a:endParaRPr sz="3000"/>
          </a:p>
        </p:txBody>
      </p:sp>
      <p:sp>
        <p:nvSpPr>
          <p:cNvPr id="172" name="Google Shape;172;p25"/>
          <p:cNvSpPr txBox="1"/>
          <p:nvPr/>
        </p:nvSpPr>
        <p:spPr>
          <a:xfrm>
            <a:off x="7209600" y="4673700"/>
            <a:ext cx="16227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3"/>
              </a:rPr>
              <a:t>Image Credit</a:t>
            </a:r>
            <a:endParaRPr sz="1200"/>
          </a:p>
        </p:txBody>
      </p:sp>
      <p:pic>
        <p:nvPicPr>
          <p:cNvPr id="173" name="Google Shape;173;p25"/>
          <p:cNvPicPr preferRelativeResize="0"/>
          <p:nvPr/>
        </p:nvPicPr>
        <p:blipFill>
          <a:blip r:embed="rId4">
            <a:alphaModFix/>
          </a:blip>
          <a:stretch>
            <a:fillRect/>
          </a:stretch>
        </p:blipFill>
        <p:spPr>
          <a:xfrm>
            <a:off x="48825" y="1146174"/>
            <a:ext cx="2861375" cy="603776"/>
          </a:xfrm>
          <a:prstGeom prst="rect">
            <a:avLst/>
          </a:prstGeom>
          <a:noFill/>
          <a:ln>
            <a:noFill/>
          </a:ln>
        </p:spPr>
      </p:pic>
      <p:pic>
        <p:nvPicPr>
          <p:cNvPr id="174" name="Google Shape;174;p25"/>
          <p:cNvPicPr preferRelativeResize="0"/>
          <p:nvPr/>
        </p:nvPicPr>
        <p:blipFill>
          <a:blip r:embed="rId5">
            <a:alphaModFix/>
          </a:blip>
          <a:stretch>
            <a:fillRect/>
          </a:stretch>
        </p:blipFill>
        <p:spPr>
          <a:xfrm>
            <a:off x="36037" y="1859325"/>
            <a:ext cx="2861375" cy="1011475"/>
          </a:xfrm>
          <a:prstGeom prst="rect">
            <a:avLst/>
          </a:prstGeom>
          <a:noFill/>
          <a:ln>
            <a:noFill/>
          </a:ln>
        </p:spPr>
      </p:pic>
      <p:pic>
        <p:nvPicPr>
          <p:cNvPr id="175" name="Google Shape;175;p25"/>
          <p:cNvPicPr preferRelativeResize="0"/>
          <p:nvPr/>
        </p:nvPicPr>
        <p:blipFill>
          <a:blip r:embed="rId4">
            <a:alphaModFix/>
          </a:blip>
          <a:stretch>
            <a:fillRect/>
          </a:stretch>
        </p:blipFill>
        <p:spPr>
          <a:xfrm>
            <a:off x="3122513" y="1146174"/>
            <a:ext cx="2861375" cy="603776"/>
          </a:xfrm>
          <a:prstGeom prst="rect">
            <a:avLst/>
          </a:prstGeom>
          <a:noFill/>
          <a:ln>
            <a:noFill/>
          </a:ln>
        </p:spPr>
      </p:pic>
      <p:pic>
        <p:nvPicPr>
          <p:cNvPr id="176" name="Google Shape;176;p25"/>
          <p:cNvPicPr preferRelativeResize="0"/>
          <p:nvPr/>
        </p:nvPicPr>
        <p:blipFill rotWithShape="1">
          <a:blip r:embed="rId6">
            <a:alphaModFix/>
          </a:blip>
          <a:srcRect b="0" l="0" r="0" t="6820"/>
          <a:stretch/>
        </p:blipFill>
        <p:spPr>
          <a:xfrm>
            <a:off x="3098125" y="1885814"/>
            <a:ext cx="2885775" cy="950461"/>
          </a:xfrm>
          <a:prstGeom prst="rect">
            <a:avLst/>
          </a:prstGeom>
          <a:noFill/>
          <a:ln>
            <a:noFill/>
          </a:ln>
        </p:spPr>
      </p:pic>
      <p:pic>
        <p:nvPicPr>
          <p:cNvPr id="177" name="Google Shape;177;p25"/>
          <p:cNvPicPr preferRelativeResize="0"/>
          <p:nvPr/>
        </p:nvPicPr>
        <p:blipFill>
          <a:blip r:embed="rId4">
            <a:alphaModFix/>
          </a:blip>
          <a:stretch>
            <a:fillRect/>
          </a:stretch>
        </p:blipFill>
        <p:spPr>
          <a:xfrm>
            <a:off x="6196226" y="1146174"/>
            <a:ext cx="2861375" cy="603776"/>
          </a:xfrm>
          <a:prstGeom prst="rect">
            <a:avLst/>
          </a:prstGeom>
          <a:noFill/>
          <a:ln>
            <a:noFill/>
          </a:ln>
        </p:spPr>
      </p:pic>
      <p:pic>
        <p:nvPicPr>
          <p:cNvPr id="178" name="Google Shape;178;p25"/>
          <p:cNvPicPr preferRelativeResize="0"/>
          <p:nvPr/>
        </p:nvPicPr>
        <p:blipFill rotWithShape="1">
          <a:blip r:embed="rId7">
            <a:alphaModFix/>
          </a:blip>
          <a:srcRect b="6112" l="0" r="0" t="0"/>
          <a:stretch/>
        </p:blipFill>
        <p:spPr>
          <a:xfrm>
            <a:off x="6184625" y="1889838"/>
            <a:ext cx="2861375" cy="950450"/>
          </a:xfrm>
          <a:prstGeom prst="rect">
            <a:avLst/>
          </a:prstGeom>
          <a:noFill/>
          <a:ln>
            <a:noFill/>
          </a:ln>
        </p:spPr>
      </p:pic>
      <p:sp>
        <p:nvSpPr>
          <p:cNvPr id="179" name="Google Shape;179;p25"/>
          <p:cNvSpPr txBox="1"/>
          <p:nvPr/>
        </p:nvSpPr>
        <p:spPr>
          <a:xfrm>
            <a:off x="95700" y="3133950"/>
            <a:ext cx="2861400" cy="10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Null Hypothesis: Plants do not grow faster under red light.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Alternative Hypothesis: Plants grow faster under red light.</a:t>
            </a:r>
            <a:endParaRPr/>
          </a:p>
        </p:txBody>
      </p:sp>
      <p:sp>
        <p:nvSpPr>
          <p:cNvPr id="180" name="Google Shape;180;p25"/>
          <p:cNvSpPr txBox="1"/>
          <p:nvPr/>
        </p:nvSpPr>
        <p:spPr>
          <a:xfrm>
            <a:off x="3141300" y="3133950"/>
            <a:ext cx="2861400" cy="10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Null Hypothesis: Plants do not grow slower under red light.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Alternative Hypothesis: Plants grow slower under red light.</a:t>
            </a:r>
            <a:endParaRPr/>
          </a:p>
        </p:txBody>
      </p:sp>
      <p:sp>
        <p:nvSpPr>
          <p:cNvPr id="181" name="Google Shape;181;p25"/>
          <p:cNvSpPr txBox="1"/>
          <p:nvPr/>
        </p:nvSpPr>
        <p:spPr>
          <a:xfrm>
            <a:off x="6186888" y="3133950"/>
            <a:ext cx="2861400" cy="10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Null Hypothesis: Plants do not grow differently under red light.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Alternative Hypothesis: Plants grow differently under red light.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ctrTitle"/>
          </p:nvPr>
        </p:nvSpPr>
        <p:spPr>
          <a:xfrm>
            <a:off x="-67650" y="447900"/>
            <a:ext cx="9067200" cy="2470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 sz="4600"/>
              <a:t>A Quick Note Before You Start</a:t>
            </a:r>
            <a:endParaRPr sz="4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200200" y="423825"/>
            <a:ext cx="86163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000"/>
              <a:t>Let’s Walk Through The Function You Will Use</a:t>
            </a:r>
            <a:endParaRPr sz="3000"/>
          </a:p>
        </p:txBody>
      </p:sp>
      <p:pic>
        <p:nvPicPr>
          <p:cNvPr id="192" name="Google Shape;192;p27"/>
          <p:cNvPicPr preferRelativeResize="0"/>
          <p:nvPr/>
        </p:nvPicPr>
        <p:blipFill rotWithShape="1">
          <a:blip r:embed="rId3">
            <a:alphaModFix/>
          </a:blip>
          <a:srcRect b="18850" l="0" r="0" t="0"/>
          <a:stretch/>
        </p:blipFill>
        <p:spPr>
          <a:xfrm>
            <a:off x="88750" y="1956500"/>
            <a:ext cx="8839199" cy="1523599"/>
          </a:xfrm>
          <a:prstGeom prst="rect">
            <a:avLst/>
          </a:prstGeom>
          <a:noFill/>
          <a:ln>
            <a:noFill/>
          </a:ln>
        </p:spPr>
      </p:pic>
      <p:pic>
        <p:nvPicPr>
          <p:cNvPr id="193" name="Google Shape;193;p27"/>
          <p:cNvPicPr preferRelativeResize="0"/>
          <p:nvPr/>
        </p:nvPicPr>
        <p:blipFill>
          <a:blip r:embed="rId4">
            <a:alphaModFix/>
          </a:blip>
          <a:stretch>
            <a:fillRect/>
          </a:stretch>
        </p:blipFill>
        <p:spPr>
          <a:xfrm>
            <a:off x="88750" y="1186163"/>
            <a:ext cx="8839204" cy="612874"/>
          </a:xfrm>
          <a:prstGeom prst="rect">
            <a:avLst/>
          </a:prstGeom>
          <a:noFill/>
          <a:ln>
            <a:noFill/>
          </a:ln>
        </p:spPr>
      </p:pic>
      <p:sp>
        <p:nvSpPr>
          <p:cNvPr id="194" name="Google Shape;194;p27"/>
          <p:cNvSpPr/>
          <p:nvPr/>
        </p:nvSpPr>
        <p:spPr>
          <a:xfrm>
            <a:off x="1372750" y="3245300"/>
            <a:ext cx="1378674" cy="180252"/>
          </a:xfrm>
          <a:prstGeom prst="flowChartTerminator">
            <a:avLst/>
          </a:prstGeom>
          <a:no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5" name="Google Shape;195;p27"/>
          <p:cNvSpPr/>
          <p:nvPr/>
        </p:nvSpPr>
        <p:spPr>
          <a:xfrm rot="-2949504">
            <a:off x="1079759" y="3650883"/>
            <a:ext cx="535346" cy="127198"/>
          </a:xfrm>
          <a:prstGeom prst="rightArrow">
            <a:avLst>
              <a:gd fmla="val 0" name="adj1"/>
              <a:gd fmla="val 50000" name="adj2"/>
            </a:avLst>
          </a:prstGeom>
          <a:solidFill>
            <a:srgbClr val="A64D79"/>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7"/>
          <p:cNvSpPr/>
          <p:nvPr/>
        </p:nvSpPr>
        <p:spPr>
          <a:xfrm>
            <a:off x="2789150" y="3245300"/>
            <a:ext cx="265140" cy="180252"/>
          </a:xfrm>
          <a:prstGeom prst="flowChartTerminator">
            <a:avLst/>
          </a:prstGeom>
          <a:no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7"/>
          <p:cNvSpPr/>
          <p:nvPr/>
        </p:nvSpPr>
        <p:spPr>
          <a:xfrm>
            <a:off x="3092025" y="3245299"/>
            <a:ext cx="1251450" cy="180252"/>
          </a:xfrm>
          <a:prstGeom prst="flowChartTerminator">
            <a:avLst/>
          </a:prstGeom>
          <a:no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7"/>
          <p:cNvSpPr/>
          <p:nvPr/>
        </p:nvSpPr>
        <p:spPr>
          <a:xfrm rot="-5397276">
            <a:off x="2732425" y="3664106"/>
            <a:ext cx="378600" cy="127200"/>
          </a:xfrm>
          <a:prstGeom prst="rightArrow">
            <a:avLst>
              <a:gd fmla="val 0" name="adj1"/>
              <a:gd fmla="val 50000" name="adj2"/>
            </a:avLst>
          </a:prstGeom>
          <a:solidFill>
            <a:srgbClr val="A64D79"/>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7"/>
          <p:cNvSpPr/>
          <p:nvPr/>
        </p:nvSpPr>
        <p:spPr>
          <a:xfrm rot="-8813319">
            <a:off x="4064409" y="3651077"/>
            <a:ext cx="535452" cy="127226"/>
          </a:xfrm>
          <a:prstGeom prst="rightArrow">
            <a:avLst>
              <a:gd fmla="val 0" name="adj1"/>
              <a:gd fmla="val 50000" name="adj2"/>
            </a:avLst>
          </a:prstGeom>
          <a:solidFill>
            <a:srgbClr val="A64D79"/>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7"/>
          <p:cNvSpPr txBox="1"/>
          <p:nvPr/>
        </p:nvSpPr>
        <p:spPr>
          <a:xfrm>
            <a:off x="1991650" y="3917000"/>
            <a:ext cx="2191200" cy="27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Null p</a:t>
            </a:r>
            <a:r>
              <a:rPr lang="en" sz="1100">
                <a:solidFill>
                  <a:schemeClr val="dk1"/>
                </a:solidFill>
              </a:rPr>
              <a:t>opulation mean you are comparing your sample mean to </a:t>
            </a:r>
            <a:endParaRPr sz="1100">
              <a:solidFill>
                <a:schemeClr val="dk1"/>
              </a:solidFill>
            </a:endParaRPr>
          </a:p>
        </p:txBody>
      </p:sp>
      <p:sp>
        <p:nvSpPr>
          <p:cNvPr id="201" name="Google Shape;201;p27"/>
          <p:cNvSpPr/>
          <p:nvPr/>
        </p:nvSpPr>
        <p:spPr>
          <a:xfrm>
            <a:off x="2034100" y="3975300"/>
            <a:ext cx="2106300" cy="48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7"/>
          <p:cNvSpPr txBox="1"/>
          <p:nvPr/>
        </p:nvSpPr>
        <p:spPr>
          <a:xfrm>
            <a:off x="452675" y="3941350"/>
            <a:ext cx="1251600" cy="3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Your observed samples</a:t>
            </a:r>
            <a:endParaRPr sz="1100">
              <a:solidFill>
                <a:schemeClr val="dk1"/>
              </a:solidFill>
            </a:endParaRPr>
          </a:p>
        </p:txBody>
      </p:sp>
      <p:sp>
        <p:nvSpPr>
          <p:cNvPr id="203" name="Google Shape;203;p27"/>
          <p:cNvSpPr/>
          <p:nvPr/>
        </p:nvSpPr>
        <p:spPr>
          <a:xfrm>
            <a:off x="452675" y="4003400"/>
            <a:ext cx="1135800" cy="45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7"/>
          <p:cNvSpPr txBox="1"/>
          <p:nvPr/>
        </p:nvSpPr>
        <p:spPr>
          <a:xfrm>
            <a:off x="4470225" y="3863750"/>
            <a:ext cx="2451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Defining your alternative hypothesis relative to the null population mean</a:t>
            </a:r>
            <a:endParaRPr sz="1100">
              <a:solidFill>
                <a:schemeClr val="dk1"/>
              </a:solidFill>
            </a:endParaRPr>
          </a:p>
        </p:txBody>
      </p:sp>
      <p:sp>
        <p:nvSpPr>
          <p:cNvPr id="205" name="Google Shape;205;p27"/>
          <p:cNvSpPr/>
          <p:nvPr/>
        </p:nvSpPr>
        <p:spPr>
          <a:xfrm>
            <a:off x="4417275" y="3883850"/>
            <a:ext cx="2451900" cy="57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idx="1" type="body"/>
          </p:nvPr>
        </p:nvSpPr>
        <p:spPr>
          <a:xfrm>
            <a:off x="311700" y="589350"/>
            <a:ext cx="6918600" cy="3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b="1" lang="en" sz="3000">
                <a:solidFill>
                  <a:schemeClr val="dk1"/>
                </a:solidFill>
              </a:rPr>
              <a:t>Let’s walk through Question 1 together. </a:t>
            </a:r>
            <a:endParaRPr b="1" sz="3000">
              <a:solidFill>
                <a:schemeClr val="dk1"/>
              </a:solidFill>
            </a:endParaRPr>
          </a:p>
          <a:p>
            <a:pPr indent="0" lvl="0" marL="0" rtl="0" algn="l">
              <a:lnSpc>
                <a:spcPct val="115000"/>
              </a:lnSpc>
              <a:spcBef>
                <a:spcPts val="1600"/>
              </a:spcBef>
              <a:spcAft>
                <a:spcPts val="0"/>
              </a:spcAft>
              <a:buSzPts val="1800"/>
              <a:buNone/>
            </a:pPr>
            <a:r>
              <a:rPr b="1" lang="en" sz="3000">
                <a:solidFill>
                  <a:schemeClr val="dk1"/>
                </a:solidFill>
              </a:rPr>
              <a:t>First, you’ll have 2 minutes to complete Step 1 of Question 1. </a:t>
            </a:r>
            <a:endParaRPr b="1" sz="3000">
              <a:solidFill>
                <a:schemeClr val="dk1"/>
              </a:solidFill>
            </a:endParaRPr>
          </a:p>
          <a:p>
            <a:pPr indent="0" lvl="0" marL="0" rtl="0" algn="l">
              <a:lnSpc>
                <a:spcPct val="115000"/>
              </a:lnSpc>
              <a:spcBef>
                <a:spcPts val="1600"/>
              </a:spcBef>
              <a:spcAft>
                <a:spcPts val="1600"/>
              </a:spcAft>
              <a:buSzPts val="1800"/>
              <a:buNone/>
            </a:pPr>
            <a:r>
              <a:rPr b="1" lang="en" sz="3000">
                <a:solidFill>
                  <a:schemeClr val="dk1"/>
                </a:solidFill>
              </a:rPr>
              <a:t>We’ll reconvene and discuss after the 2 minutes are up. </a:t>
            </a:r>
            <a:endParaRPr b="1" sz="3000">
              <a:solidFill>
                <a:schemeClr val="dk1"/>
              </a:solidFill>
            </a:endParaRPr>
          </a:p>
        </p:txBody>
      </p:sp>
      <p:pic>
        <p:nvPicPr>
          <p:cNvPr descr="This timer counts down silently until it reaches 0:00, then a police siren sounds to alert you that time is up." id="211" name="Google Shape;211;p28" title="2 Minute Timer">
            <a:hlinkClick r:id="rId3"/>
          </p:cNvPr>
          <p:cNvPicPr preferRelativeResize="0"/>
          <p:nvPr/>
        </p:nvPicPr>
        <p:blipFill>
          <a:blip r:embed="rId4">
            <a:alphaModFix/>
          </a:blip>
          <a:stretch>
            <a:fillRect/>
          </a:stretch>
        </p:blipFill>
        <p:spPr>
          <a:xfrm>
            <a:off x="6226775" y="748350"/>
            <a:ext cx="2735625" cy="153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idx="1" type="body"/>
          </p:nvPr>
        </p:nvSpPr>
        <p:spPr>
          <a:xfrm>
            <a:off x="311700" y="779075"/>
            <a:ext cx="5601300" cy="3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b="1" lang="en" sz="3000">
                <a:solidFill>
                  <a:schemeClr val="dk1"/>
                </a:solidFill>
              </a:rPr>
              <a:t>Now you’ll have about 1 minute to complete Step 2 of Question 1.</a:t>
            </a:r>
            <a:endParaRPr b="1" sz="3000">
              <a:solidFill>
                <a:schemeClr val="dk1"/>
              </a:solidFill>
            </a:endParaRPr>
          </a:p>
          <a:p>
            <a:pPr indent="0" lvl="0" marL="0" rtl="0" algn="l">
              <a:lnSpc>
                <a:spcPct val="115000"/>
              </a:lnSpc>
              <a:spcBef>
                <a:spcPts val="1600"/>
              </a:spcBef>
              <a:spcAft>
                <a:spcPts val="1600"/>
              </a:spcAft>
              <a:buSzPts val="1800"/>
              <a:buNone/>
            </a:pPr>
            <a:r>
              <a:rPr b="1" lang="en" sz="3000">
                <a:solidFill>
                  <a:schemeClr val="dk1"/>
                </a:solidFill>
              </a:rPr>
              <a:t>We’ll reconvene and discuss after the minute is up. </a:t>
            </a:r>
            <a:endParaRPr b="1" sz="3000">
              <a:solidFill>
                <a:schemeClr val="dk1"/>
              </a:solidFill>
            </a:endParaRPr>
          </a:p>
        </p:txBody>
      </p:sp>
      <p:pic>
        <p:nvPicPr>
          <p:cNvPr descr="This timer counts down silently until it reaches 0:00, then a police siren sounds to alert you that time is up." id="217" name="Google Shape;217;p29" title="1 Minute Timer">
            <a:hlinkClick r:id="rId3"/>
          </p:cNvPr>
          <p:cNvPicPr preferRelativeResize="0"/>
          <p:nvPr/>
        </p:nvPicPr>
        <p:blipFill>
          <a:blip r:embed="rId4">
            <a:alphaModFix/>
          </a:blip>
          <a:stretch>
            <a:fillRect/>
          </a:stretch>
        </p:blipFill>
        <p:spPr>
          <a:xfrm>
            <a:off x="6033775" y="925750"/>
            <a:ext cx="2926200" cy="16459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idx="1" type="body"/>
          </p:nvPr>
        </p:nvSpPr>
        <p:spPr>
          <a:xfrm>
            <a:off x="259000" y="852850"/>
            <a:ext cx="5843700" cy="3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b="1" lang="en" sz="3000">
                <a:solidFill>
                  <a:schemeClr val="dk1"/>
                </a:solidFill>
              </a:rPr>
              <a:t>Now you’ll have 2 minutes to complete Step 3 of Question 1.</a:t>
            </a:r>
            <a:endParaRPr b="1" sz="3000">
              <a:solidFill>
                <a:schemeClr val="dk1"/>
              </a:solidFill>
            </a:endParaRPr>
          </a:p>
          <a:p>
            <a:pPr indent="0" lvl="0" marL="0" rtl="0" algn="l">
              <a:lnSpc>
                <a:spcPct val="115000"/>
              </a:lnSpc>
              <a:spcBef>
                <a:spcPts val="1600"/>
              </a:spcBef>
              <a:spcAft>
                <a:spcPts val="1600"/>
              </a:spcAft>
              <a:buSzPts val="1800"/>
              <a:buNone/>
            </a:pPr>
            <a:r>
              <a:rPr b="1" lang="en" sz="3000">
                <a:solidFill>
                  <a:schemeClr val="dk1"/>
                </a:solidFill>
              </a:rPr>
              <a:t>We’ll reconvene and discuss after the 2 minutes are up. </a:t>
            </a:r>
            <a:endParaRPr b="1" sz="3000">
              <a:solidFill>
                <a:schemeClr val="dk1"/>
              </a:solidFill>
            </a:endParaRPr>
          </a:p>
        </p:txBody>
      </p:sp>
      <p:pic>
        <p:nvPicPr>
          <p:cNvPr descr="This timer counts down silently until it reaches 0:00, then a police siren sounds to alert you that time is up." id="223" name="Google Shape;223;p30" title="2 Minute Timer">
            <a:hlinkClick r:id="rId3"/>
          </p:cNvPr>
          <p:cNvPicPr preferRelativeResize="0"/>
          <p:nvPr/>
        </p:nvPicPr>
        <p:blipFill>
          <a:blip r:embed="rId4">
            <a:alphaModFix/>
          </a:blip>
          <a:stretch>
            <a:fillRect/>
          </a:stretch>
        </p:blipFill>
        <p:spPr>
          <a:xfrm>
            <a:off x="6226775" y="1032950"/>
            <a:ext cx="2735625" cy="153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idx="1" type="body"/>
          </p:nvPr>
        </p:nvSpPr>
        <p:spPr>
          <a:xfrm>
            <a:off x="248475" y="1232300"/>
            <a:ext cx="5843700" cy="3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1600"/>
              </a:spcAft>
              <a:buSzPts val="1800"/>
              <a:buNone/>
            </a:pPr>
            <a:r>
              <a:rPr b="1" lang="en" sz="3000">
                <a:solidFill>
                  <a:schemeClr val="dk1"/>
                </a:solidFill>
              </a:rPr>
              <a:t>Now you’ll have 3 minutes to write down any final thoughts that you didn’t get to write down for Steps 4 and 5. </a:t>
            </a:r>
            <a:endParaRPr b="1" sz="3000">
              <a:solidFill>
                <a:schemeClr val="dk1"/>
              </a:solidFill>
            </a:endParaRPr>
          </a:p>
        </p:txBody>
      </p:sp>
      <p:pic>
        <p:nvPicPr>
          <p:cNvPr descr="This timer counts down silently until it reaches 0:00, then a police siren sounds to alert you that time is up." id="229" name="Google Shape;229;p31" title="3 Minute Timer">
            <a:hlinkClick r:id="rId3"/>
          </p:cNvPr>
          <p:cNvPicPr preferRelativeResize="0"/>
          <p:nvPr/>
        </p:nvPicPr>
        <p:blipFill>
          <a:blip r:embed="rId4">
            <a:alphaModFix/>
          </a:blip>
          <a:stretch>
            <a:fillRect/>
          </a:stretch>
        </p:blipFill>
        <p:spPr>
          <a:xfrm>
            <a:off x="6244575" y="742650"/>
            <a:ext cx="2747025" cy="15452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Time for a Friendly Competition </a:t>
            </a:r>
            <a:endParaRPr b="1" sz="3000"/>
          </a:p>
        </p:txBody>
      </p:sp>
      <p:sp>
        <p:nvSpPr>
          <p:cNvPr id="235" name="Google Shape;235;p32"/>
          <p:cNvSpPr txBox="1"/>
          <p:nvPr>
            <p:ph idx="1" type="body"/>
          </p:nvPr>
        </p:nvSpPr>
        <p:spPr>
          <a:xfrm>
            <a:off x="311700" y="1129750"/>
            <a:ext cx="7418100" cy="3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lang="en" sz="2800">
                <a:solidFill>
                  <a:schemeClr val="dk1"/>
                </a:solidFill>
              </a:rPr>
              <a:t>Can we say with confidence if the instructors or you, the students, are faster typers? </a:t>
            </a:r>
            <a:endParaRPr sz="2800">
              <a:solidFill>
                <a:schemeClr val="dk1"/>
              </a:solidFill>
            </a:endParaRPr>
          </a:p>
          <a:p>
            <a:pPr indent="0" lvl="0" marL="0" rtl="0" algn="l">
              <a:lnSpc>
                <a:spcPct val="115000"/>
              </a:lnSpc>
              <a:spcBef>
                <a:spcPts val="1600"/>
              </a:spcBef>
              <a:spcAft>
                <a:spcPts val="0"/>
              </a:spcAft>
              <a:buSzPts val="1800"/>
              <a:buNone/>
            </a:pPr>
            <a:r>
              <a:rPr lang="en" sz="2800">
                <a:solidFill>
                  <a:schemeClr val="dk1"/>
                </a:solidFill>
              </a:rPr>
              <a:t>Let’s find out! </a:t>
            </a:r>
            <a:endParaRPr sz="2800">
              <a:solidFill>
                <a:schemeClr val="dk1"/>
              </a:solidFill>
            </a:endParaRPr>
          </a:p>
          <a:p>
            <a:pPr indent="0" lvl="0" marL="0" rtl="0" algn="l">
              <a:lnSpc>
                <a:spcPct val="115000"/>
              </a:lnSpc>
              <a:spcBef>
                <a:spcPts val="1600"/>
              </a:spcBef>
              <a:spcAft>
                <a:spcPts val="1600"/>
              </a:spcAft>
              <a:buSzPts val="1800"/>
              <a:buNone/>
            </a:pPr>
            <a:r>
              <a:rPr lang="en" sz="2800">
                <a:solidFill>
                  <a:schemeClr val="dk1"/>
                </a:solidFill>
              </a:rPr>
              <a:t>But first, fill out Question 2, Step 1 of your notebook (Null and Alternative Hypothesis)</a:t>
            </a:r>
            <a:endParaRPr sz="2800">
              <a:solidFill>
                <a:schemeClr val="dk1"/>
              </a:solidFill>
            </a:endParaRPr>
          </a:p>
        </p:txBody>
      </p:sp>
      <p:pic>
        <p:nvPicPr>
          <p:cNvPr id="236" name="Google Shape;236;p32"/>
          <p:cNvPicPr preferRelativeResize="0"/>
          <p:nvPr/>
        </p:nvPicPr>
        <p:blipFill>
          <a:blip r:embed="rId3">
            <a:alphaModFix/>
          </a:blip>
          <a:stretch>
            <a:fillRect/>
          </a:stretch>
        </p:blipFill>
        <p:spPr>
          <a:xfrm>
            <a:off x="7677200" y="244225"/>
            <a:ext cx="1089649" cy="2063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Competition Time! </a:t>
            </a:r>
            <a:endParaRPr b="1" sz="3000"/>
          </a:p>
        </p:txBody>
      </p:sp>
      <p:sp>
        <p:nvSpPr>
          <p:cNvPr id="242" name="Google Shape;242;p33"/>
          <p:cNvSpPr txBox="1"/>
          <p:nvPr>
            <p:ph idx="1" type="body"/>
          </p:nvPr>
        </p:nvSpPr>
        <p:spPr>
          <a:xfrm>
            <a:off x="311700" y="1139825"/>
            <a:ext cx="8520600" cy="324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lang="en" sz="2700">
                <a:solidFill>
                  <a:schemeClr val="dk1"/>
                </a:solidFill>
              </a:rPr>
              <a:t>Go to </a:t>
            </a:r>
            <a:r>
              <a:rPr lang="en" sz="2700" u="sng">
                <a:solidFill>
                  <a:schemeClr val="hlink"/>
                </a:solidFill>
                <a:hlinkClick r:id="rId3"/>
              </a:rPr>
              <a:t>typing.com/student/tests</a:t>
            </a:r>
            <a:r>
              <a:rPr lang="en" sz="2700">
                <a:solidFill>
                  <a:schemeClr val="dk1"/>
                </a:solidFill>
              </a:rPr>
              <a:t> </a:t>
            </a:r>
            <a:endParaRPr sz="2700">
              <a:solidFill>
                <a:schemeClr val="dk1"/>
              </a:solidFill>
            </a:endParaRPr>
          </a:p>
          <a:p>
            <a:pPr indent="0" lvl="0" marL="0" rtl="0" algn="l">
              <a:lnSpc>
                <a:spcPct val="115000"/>
              </a:lnSpc>
              <a:spcBef>
                <a:spcPts val="1600"/>
              </a:spcBef>
              <a:spcAft>
                <a:spcPts val="0"/>
              </a:spcAft>
              <a:buSzPts val="1800"/>
              <a:buNone/>
            </a:pPr>
            <a:r>
              <a:rPr lang="en" sz="2700">
                <a:solidFill>
                  <a:schemeClr val="dk1"/>
                </a:solidFill>
              </a:rPr>
              <a:t>Click on the 1:00 test </a:t>
            </a:r>
            <a:endParaRPr sz="2700">
              <a:solidFill>
                <a:schemeClr val="dk1"/>
              </a:solidFill>
            </a:endParaRPr>
          </a:p>
          <a:p>
            <a:pPr indent="0" lvl="0" marL="0" rtl="0" algn="l">
              <a:lnSpc>
                <a:spcPct val="115000"/>
              </a:lnSpc>
              <a:spcBef>
                <a:spcPts val="1600"/>
              </a:spcBef>
              <a:spcAft>
                <a:spcPts val="1600"/>
              </a:spcAft>
              <a:buSzPts val="1800"/>
              <a:buNone/>
            </a:pPr>
            <a:r>
              <a:rPr lang="en" sz="2700">
                <a:solidFill>
                  <a:schemeClr val="dk1"/>
                </a:solidFill>
              </a:rPr>
              <a:t>Once completed, go to the </a:t>
            </a:r>
            <a:r>
              <a:rPr lang="en" sz="2700">
                <a:solidFill>
                  <a:schemeClr val="dk1"/>
                </a:solidFill>
              </a:rPr>
              <a:t>Student Typing Speeds Google Sheet </a:t>
            </a:r>
            <a:r>
              <a:rPr lang="en" sz="2700">
                <a:solidFill>
                  <a:schemeClr val="dk1"/>
                </a:solidFill>
              </a:rPr>
              <a:t>and type in your words/minute in the appropriate column and indicate with an “X” whether you are left or right handed and your grade level</a:t>
            </a:r>
            <a:endParaRPr sz="2700">
              <a:solidFill>
                <a:schemeClr val="dk1"/>
              </a:solidFill>
            </a:endParaRPr>
          </a:p>
        </p:txBody>
      </p:sp>
      <p:pic>
        <p:nvPicPr>
          <p:cNvPr id="243" name="Google Shape;243;p33"/>
          <p:cNvPicPr preferRelativeResize="0"/>
          <p:nvPr/>
        </p:nvPicPr>
        <p:blipFill>
          <a:blip r:embed="rId4">
            <a:alphaModFix/>
          </a:blip>
          <a:stretch>
            <a:fillRect/>
          </a:stretch>
        </p:blipFill>
        <p:spPr>
          <a:xfrm>
            <a:off x="6249575" y="359625"/>
            <a:ext cx="2002175" cy="2002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body"/>
          </p:nvPr>
        </p:nvSpPr>
        <p:spPr>
          <a:xfrm>
            <a:off x="332900" y="622225"/>
            <a:ext cx="79284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b="1" lang="en" sz="2800">
                <a:solidFill>
                  <a:schemeClr val="dk1"/>
                </a:solidFill>
              </a:rPr>
              <a:t>Continue the competition by starting with Question 2, Step 3 (carefully read this step in its entirety)</a:t>
            </a:r>
            <a:endParaRPr b="1" sz="2800">
              <a:solidFill>
                <a:schemeClr val="dk1"/>
              </a:solidFill>
            </a:endParaRPr>
          </a:p>
          <a:p>
            <a:pPr indent="0" lvl="0" marL="0" rtl="0" algn="l">
              <a:lnSpc>
                <a:spcPct val="115000"/>
              </a:lnSpc>
              <a:spcBef>
                <a:spcPts val="1600"/>
              </a:spcBef>
              <a:spcAft>
                <a:spcPts val="0"/>
              </a:spcAft>
              <a:buNone/>
            </a:pPr>
            <a:r>
              <a:rPr b="1" lang="en" sz="2800">
                <a:solidFill>
                  <a:schemeClr val="dk1"/>
                </a:solidFill>
              </a:rPr>
              <a:t>Then continue on with the rest of the notebook. </a:t>
            </a:r>
            <a:endParaRPr b="1" sz="2800">
              <a:solidFill>
                <a:schemeClr val="dk1"/>
              </a:solidFill>
            </a:endParaRPr>
          </a:p>
          <a:p>
            <a:pPr indent="0" lvl="0" marL="0" rtl="0" algn="l">
              <a:lnSpc>
                <a:spcPct val="115000"/>
              </a:lnSpc>
              <a:spcBef>
                <a:spcPts val="1600"/>
              </a:spcBef>
              <a:spcAft>
                <a:spcPts val="1600"/>
              </a:spcAft>
              <a:buNone/>
            </a:pPr>
            <a:r>
              <a:rPr b="1" lang="en" sz="2800">
                <a:solidFill>
                  <a:schemeClr val="dk1"/>
                </a:solidFill>
              </a:rPr>
              <a:t>Raise your hand if you have questions and collaborate with your table group! </a:t>
            </a:r>
            <a:endParaRPr b="1" sz="2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BNL_Template_102416">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