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5143500" cx="9144000"/>
  <p:notesSz cx="6858000" cy="9144000"/>
  <p:embeddedFontLst>
    <p:embeddedFont>
      <p:font typeface="Roboto"/>
      <p:regular r:id="rId37"/>
      <p:bold r:id="rId38"/>
      <p:italic r:id="rId39"/>
      <p:boldItalic r:id="rId40"/>
    </p:embeddedFont>
    <p:embeddedFont>
      <p:font typeface="Tahoma"/>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CA3A59-3FD7-4CC3-9F23-D9563EB487E9}">
  <a:tblStyle styleId="{48CA3A59-3FD7-4CC3-9F23-D9563EB487E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3.xml"/><Relationship Id="rId42" Type="http://schemas.openxmlformats.org/officeDocument/2006/relationships/font" Target="fonts/Tahoma-bold.fntdata"/><Relationship Id="rId41" Type="http://schemas.openxmlformats.org/officeDocument/2006/relationships/font" Target="fonts/Tahoma-regular.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regular.fnt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Roboto-italic.fntdata"/><Relationship Id="rId16" Type="http://schemas.openxmlformats.org/officeDocument/2006/relationships/slide" Target="slides/slide9.xml"/><Relationship Id="rId38" Type="http://schemas.openxmlformats.org/officeDocument/2006/relationships/font" Target="fonts/Roboto-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ikit-learn.org/stable/modules/generated/sklearn.ensemble.RandomForestRegressor.html#sklearn.ensemble.RandomForestRegressor" TargetMode="External"/><Relationship Id="rId3" Type="http://schemas.openxmlformats.org/officeDocument/2006/relationships/hyperlink" Target="https://towardsdatascience.com/random-forest-regression-5f605132d19d"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9c4e1e3ecb_0_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9c4e1e3ecb_0_17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29c4e1e3ecb_0_179: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5f3f18312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5f3f18312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f3f18312d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5f3f18312d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5f3f18312d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5f3f18312d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f3f18312d_0_2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5f3f18312d_0_23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notebook uses pandas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import ____ as __</a:t>
            </a:r>
            <a:endParaRPr/>
          </a:p>
          <a:p>
            <a:pPr indent="0" lvl="0" marL="0" rtl="0" algn="l">
              <a:spcBef>
                <a:spcPts val="0"/>
              </a:spcBef>
              <a:spcAft>
                <a:spcPts val="0"/>
              </a:spcAft>
              <a:buNone/>
            </a:pPr>
            <a:r>
              <a:rPr lang="en"/>
              <a:t>import pandas as pd</a:t>
            </a:r>
            <a:endParaRPr/>
          </a:p>
        </p:txBody>
      </p:sp>
      <p:sp>
        <p:nvSpPr>
          <p:cNvPr id="154" name="Google Shape;154;g35f3f18312d_0_237: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f3f18312d_0_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5f3f18312d_0_23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5f3f18312d_0_230: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f3f18312d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5f3f18312d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f3f18312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5f3f18312d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5f3f18312d_0_0: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9c4e1e3ecb_0_3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9c4e1e3ecb_0_36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29c4e1e3ecb_0_360: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728bc0ab0f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728bc0ab0f_0_9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Lack of data, biases, feeding in unrelated data (garbage in = garbage out)</a:t>
            </a:r>
            <a:endParaRPr/>
          </a:p>
        </p:txBody>
      </p:sp>
      <p:sp>
        <p:nvSpPr>
          <p:cNvPr id="196" name="Google Shape;196;g2728bc0ab0f_0_90: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728bc0ab0f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728bc0ab0f_0_10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2728bc0ab0f_0_101: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728bc0ab0f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728bc0ab0f_0_8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Regression - continuous variables; classification - discrete variables</a:t>
            </a:r>
            <a:endParaRPr/>
          </a:p>
        </p:txBody>
      </p:sp>
      <p:sp>
        <p:nvSpPr>
          <p:cNvPr id="212" name="Google Shape;212;g2728bc0ab0f_0_81: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c660715e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6c660715ed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from Cell Phone Design Challenge</a:t>
            </a:r>
            <a:endParaRPr/>
          </a:p>
        </p:txBody>
      </p:sp>
      <p:sp>
        <p:nvSpPr>
          <p:cNvPr id="220" name="Google Shape;220;g36c660715ed_0_0: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9c4e1e3ecb_0_4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9c4e1e3ecb_0_43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Regression (predicting data, finding relationship between two variables - density/hardness)</a:t>
            </a:r>
            <a:endParaRPr/>
          </a:p>
        </p:txBody>
      </p:sp>
      <p:sp>
        <p:nvSpPr>
          <p:cNvPr id="228" name="Google Shape;228;g29c4e1e3ecb_0_434: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9c4e1e3ecb_0_3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9c4e1e3ecb_0_38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29c4e1e3ecb_0_388: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9c4e1e3ecb_0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9c4e1e3ecb_0_45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29c4e1e3ecb_0_455: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728bc0ab0f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728bc0ab0f_0_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2728bc0ab0f_0_7: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9c4e1e3ecb_0_4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9c4e1e3ecb_0_47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Guide on RandomForestRegressor(): </a:t>
            </a:r>
            <a:r>
              <a:rPr lang="en" u="sng">
                <a:solidFill>
                  <a:schemeClr val="hlink"/>
                </a:solidFill>
                <a:hlinkClick r:id="rId2"/>
              </a:rPr>
              <a:t>https://scikit-learn.org/stable/modules/generated/sklearn.ensemble.RandomForestRegressor.html#sklearn.ensemble.RandomForestRegressor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explanation of this model: </a:t>
            </a:r>
            <a:r>
              <a:rPr lang="en" u="sng">
                <a:solidFill>
                  <a:schemeClr val="hlink"/>
                </a:solidFill>
                <a:hlinkClick r:id="rId3"/>
              </a:rPr>
              <a:t>https://towardsdatascience.com/random-forest-regression-5f605132d19d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4" name="Google Shape;264;g29c4e1e3ecb_0_473: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9c4e1e3ecb_0_4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9c4e1e3ecb_0_48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29c4e1e3ecb_0_483: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9c4e1e3ecb_0_4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9c4e1e3ecb_0_49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29c4e1e3ecb_0_492: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9c4e1e3ecb_0_5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9c4e1e3ecb_0_50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Mean Squared Error = average of summation of squared difference between the actual output value and the predicted output value</a:t>
            </a:r>
            <a:endParaRPr/>
          </a:p>
          <a:p>
            <a:pPr indent="0" lvl="0" marL="0" rtl="0" algn="l">
              <a:spcBef>
                <a:spcPts val="0"/>
              </a:spcBef>
              <a:spcAft>
                <a:spcPts val="0"/>
              </a:spcAft>
              <a:buNone/>
            </a:pPr>
            <a:r>
              <a:rPr lang="en"/>
              <a:t>Root Mean Squared Error = take the square root of the MSE</a:t>
            </a:r>
            <a:endParaRPr/>
          </a:p>
        </p:txBody>
      </p:sp>
      <p:sp>
        <p:nvSpPr>
          <p:cNvPr id="294" name="Google Shape;294;g29c4e1e3ecb_0_501: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9ce5997474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9ce5997474_0_2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29ce5997474_0_27: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728bc0ab0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728bc0ab0f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2728bc0ab0f_0_0: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728bc0ab0f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728bc0ab0f_0_4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2728bc0ab0f_0_47: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728bc0ab0f_0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728bc0ab0f_0_5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Students should get similar looking graphs</a:t>
            </a:r>
            <a:endParaRPr/>
          </a:p>
        </p:txBody>
      </p:sp>
      <p:sp>
        <p:nvSpPr>
          <p:cNvPr id="327" name="Google Shape;327;g2728bc0ab0f_0_56: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9ce5997474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9ce5997474_0_3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29ce5997474_0_36: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9c4e1e3ecb_0_5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9c4e1e3ecb_0_51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Trying different models is a bonus task in the notebook</a:t>
            </a:r>
            <a:endParaRPr/>
          </a:p>
        </p:txBody>
      </p:sp>
      <p:sp>
        <p:nvSpPr>
          <p:cNvPr id="343" name="Google Shape;343;g29c4e1e3ecb_0_510: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9e3a1af30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9e3a1af303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29e3a1af303_0_0: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9ce5997474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9ce5997474_0_1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29ce5997474_0_12:notes"/>
          <p:cNvSpPr txBox="1"/>
          <p:nvPr>
            <p:ph idx="12" type="sldNum"/>
          </p:nvPr>
        </p:nvSpPr>
        <p:spPr>
          <a:xfrm>
            <a:off x="3886200" y="8686800"/>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showMasterSp="0">
  <p:cSld name="Cover Slide">
    <p:bg>
      <p:bgPr>
        <a:solidFill>
          <a:schemeClr val="accent2"/>
        </a:solidFill>
      </p:bgPr>
    </p:bg>
    <p:spTree>
      <p:nvGrpSpPr>
        <p:cNvPr id="56" name="Shape 56"/>
        <p:cNvGrpSpPr/>
        <p:nvPr/>
      </p:nvGrpSpPr>
      <p:grpSpPr>
        <a:xfrm>
          <a:off x="0" y="0"/>
          <a:ext cx="0" cy="0"/>
          <a:chOff x="0" y="0"/>
          <a:chExt cx="0" cy="0"/>
        </a:xfrm>
      </p:grpSpPr>
      <p:pic>
        <p:nvPicPr>
          <p:cNvPr descr="New_DOE_Logo_White_060208.eps" id="57" name="Google Shape;57;p14"/>
          <p:cNvPicPr preferRelativeResize="0"/>
          <p:nvPr/>
        </p:nvPicPr>
        <p:blipFill rotWithShape="1">
          <a:blip r:embed="rId2">
            <a:alphaModFix/>
          </a:blip>
          <a:srcRect b="0" l="0" r="0" t="0"/>
          <a:stretch/>
        </p:blipFill>
        <p:spPr>
          <a:xfrm>
            <a:off x="1777270" y="4098142"/>
            <a:ext cx="1127853" cy="274320"/>
          </a:xfrm>
          <a:prstGeom prst="rect">
            <a:avLst/>
          </a:prstGeom>
          <a:noFill/>
          <a:ln>
            <a:noFill/>
          </a:ln>
        </p:spPr>
      </p:pic>
      <p:pic>
        <p:nvPicPr>
          <p:cNvPr descr="Seal_wordmark.eps" id="58" name="Google Shape;58;p14"/>
          <p:cNvPicPr preferRelativeResize="0"/>
          <p:nvPr/>
        </p:nvPicPr>
        <p:blipFill rotWithShape="1">
          <a:blip r:embed="rId3">
            <a:alphaModFix/>
          </a:blip>
          <a:srcRect b="0" l="0" r="0" t="0"/>
          <a:stretch/>
        </p:blipFill>
        <p:spPr>
          <a:xfrm>
            <a:off x="6412447" y="4063852"/>
            <a:ext cx="1123545" cy="342900"/>
          </a:xfrm>
          <a:prstGeom prst="rect">
            <a:avLst/>
          </a:prstGeom>
          <a:noFill/>
          <a:ln>
            <a:noFill/>
          </a:ln>
        </p:spPr>
      </p:pic>
      <p:pic>
        <p:nvPicPr>
          <p:cNvPr descr="A picture containing drawing&#10;&#10;Description automatically generated" id="59" name="Google Shape;59;p14"/>
          <p:cNvPicPr preferRelativeResize="0"/>
          <p:nvPr/>
        </p:nvPicPr>
        <p:blipFill rotWithShape="1">
          <a:blip r:embed="rId4">
            <a:alphaModFix/>
          </a:blip>
          <a:srcRect b="0" l="0" r="0" t="0"/>
          <a:stretch/>
        </p:blipFill>
        <p:spPr>
          <a:xfrm>
            <a:off x="2905125" y="2195513"/>
            <a:ext cx="3333749" cy="752475"/>
          </a:xfrm>
          <a:prstGeom prst="rect">
            <a:avLst/>
          </a:prstGeom>
          <a:noFill/>
          <a:ln>
            <a:noFill/>
          </a:ln>
        </p:spPr>
      </p:pic>
      <p:sp>
        <p:nvSpPr>
          <p:cNvPr id="60" name="Google Shape;60;p14"/>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rtl="0" algn="r">
              <a:buNone/>
              <a:defRPr sz="1000">
                <a:solidFill>
                  <a:schemeClr val="dk1"/>
                </a:solidFill>
              </a:defRPr>
            </a:lvl1pPr>
            <a:lvl2pPr lvl="1" rtl="0" algn="r">
              <a:buNone/>
              <a:defRPr sz="1000">
                <a:solidFill>
                  <a:schemeClr val="dk1"/>
                </a:solidFill>
              </a:defRPr>
            </a:lvl2pPr>
            <a:lvl3pPr lvl="2" rtl="0" algn="r">
              <a:buNone/>
              <a:defRPr sz="1000">
                <a:solidFill>
                  <a:schemeClr val="dk1"/>
                </a:solidFill>
              </a:defRPr>
            </a:lvl3pPr>
            <a:lvl4pPr lvl="3" rtl="0" algn="r">
              <a:buNone/>
              <a:defRPr sz="1000">
                <a:solidFill>
                  <a:schemeClr val="dk1"/>
                </a:solidFill>
              </a:defRPr>
            </a:lvl4pPr>
            <a:lvl5pPr lvl="4" rtl="0" algn="r">
              <a:buNone/>
              <a:defRPr sz="1000">
                <a:solidFill>
                  <a:schemeClr val="dk1"/>
                </a:solidFill>
              </a:defRPr>
            </a:lvl5pPr>
            <a:lvl6pPr lvl="5" rtl="0" algn="r">
              <a:buNone/>
              <a:defRPr sz="1000">
                <a:solidFill>
                  <a:schemeClr val="dk1"/>
                </a:solidFill>
              </a:defRPr>
            </a:lvl6pPr>
            <a:lvl7pPr lvl="6" rtl="0" algn="r">
              <a:buNone/>
              <a:defRPr sz="1000">
                <a:solidFill>
                  <a:schemeClr val="dk1"/>
                </a:solidFill>
              </a:defRPr>
            </a:lvl7pPr>
            <a:lvl8pPr lvl="7" rtl="0" algn="r">
              <a:buNone/>
              <a:defRPr sz="1000">
                <a:solidFill>
                  <a:schemeClr val="dk1"/>
                </a:solidFill>
              </a:defRPr>
            </a:lvl8pPr>
            <a:lvl9pPr lvl="8" rtl="0" algn="r">
              <a:buNone/>
              <a:defRPr sz="10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1" name="Shape 61"/>
        <p:cNvGrpSpPr/>
        <p:nvPr/>
      </p:nvGrpSpPr>
      <p:grpSpPr>
        <a:xfrm>
          <a:off x="0" y="0"/>
          <a:ext cx="0" cy="0"/>
          <a:chOff x="0" y="0"/>
          <a:chExt cx="0" cy="0"/>
        </a:xfrm>
      </p:grpSpPr>
      <p:pic>
        <p:nvPicPr>
          <p:cNvPr descr="XBD200302-00063-02.jpg" id="62" name="Google Shape;62;p15"/>
          <p:cNvPicPr preferRelativeResize="0"/>
          <p:nvPr/>
        </p:nvPicPr>
        <p:blipFill rotWithShape="1">
          <a:blip r:embed="rId2">
            <a:alphaModFix/>
          </a:blip>
          <a:srcRect b="1719" l="3206" r="66401" t="26348"/>
          <a:stretch/>
        </p:blipFill>
        <p:spPr>
          <a:xfrm>
            <a:off x="0" y="800100"/>
            <a:ext cx="9144004" cy="4343400"/>
          </a:xfrm>
          <a:prstGeom prst="rect">
            <a:avLst/>
          </a:prstGeom>
          <a:noFill/>
          <a:ln>
            <a:noFill/>
          </a:ln>
        </p:spPr>
      </p:pic>
      <p:sp>
        <p:nvSpPr>
          <p:cNvPr id="63" name="Google Shape;63;p15"/>
          <p:cNvSpPr/>
          <p:nvPr/>
        </p:nvSpPr>
        <p:spPr>
          <a:xfrm>
            <a:off x="0" y="800100"/>
            <a:ext cx="9144000" cy="4343400"/>
          </a:xfrm>
          <a:prstGeom prst="rect">
            <a:avLst/>
          </a:prstGeom>
          <a:solidFill>
            <a:srgbClr val="376092">
              <a:alpha val="8863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4" name="Google Shape;64;p15"/>
          <p:cNvSpPr txBox="1"/>
          <p:nvPr>
            <p:ph idx="1" type="subTitle"/>
          </p:nvPr>
        </p:nvSpPr>
        <p:spPr>
          <a:xfrm>
            <a:off x="1371599" y="2914650"/>
            <a:ext cx="7083000" cy="13146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70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lvl="1" marR="0" rtl="0" algn="ctr">
              <a:lnSpc>
                <a:spcPct val="100000"/>
              </a:lnSpc>
              <a:spcBef>
                <a:spcPts val="400"/>
              </a:spcBef>
              <a:spcAft>
                <a:spcPts val="0"/>
              </a:spcAft>
              <a:buClr>
                <a:srgbClr val="003366"/>
              </a:buClr>
              <a:buSzPts val="1500"/>
              <a:buFont typeface="Arial"/>
              <a:buNone/>
              <a:defRPr b="0" i="0" sz="1800" u="none" cap="none" strike="noStrike">
                <a:solidFill>
                  <a:srgbClr val="003366"/>
                </a:solidFill>
                <a:latin typeface="Arial"/>
                <a:ea typeface="Arial"/>
                <a:cs typeface="Arial"/>
                <a:sym typeface="Arial"/>
              </a:defRPr>
            </a:lvl2pPr>
            <a:lvl3pPr lvl="2" marR="0" rtl="0" algn="ctr">
              <a:lnSpc>
                <a:spcPct val="100000"/>
              </a:lnSpc>
              <a:spcBef>
                <a:spcPts val="300"/>
              </a:spcBef>
              <a:spcAft>
                <a:spcPts val="0"/>
              </a:spcAft>
              <a:buClr>
                <a:srgbClr val="003366"/>
              </a:buClr>
              <a:buSzPts val="1400"/>
              <a:buFont typeface="Merriweather Sans"/>
              <a:buNone/>
              <a:defRPr b="0" i="0" sz="1800" u="none" cap="none" strike="noStrike">
                <a:solidFill>
                  <a:srgbClr val="003366"/>
                </a:solidFill>
                <a:latin typeface="Arial"/>
                <a:ea typeface="Arial"/>
                <a:cs typeface="Arial"/>
                <a:sym typeface="Arial"/>
              </a:defRPr>
            </a:lvl3pPr>
            <a:lvl4pPr lvl="3" marR="0" rtl="0" algn="ctr">
              <a:lnSpc>
                <a:spcPct val="100000"/>
              </a:lnSpc>
              <a:spcBef>
                <a:spcPts val="400"/>
              </a:spcBef>
              <a:spcAft>
                <a:spcPts val="0"/>
              </a:spcAft>
              <a:buClr>
                <a:srgbClr val="003366"/>
              </a:buClr>
              <a:buSzPts val="1400"/>
              <a:buFont typeface="Merriweather Sans"/>
              <a:buNone/>
              <a:defRPr b="0" i="0" sz="1800" u="none" cap="none" strike="noStrike">
                <a:solidFill>
                  <a:srgbClr val="003366"/>
                </a:solidFill>
                <a:latin typeface="Arial"/>
                <a:ea typeface="Arial"/>
                <a:cs typeface="Arial"/>
                <a:sym typeface="Arial"/>
              </a:defRPr>
            </a:lvl4pPr>
            <a:lvl5pPr lvl="4" marR="0" rtl="0" algn="ctr">
              <a:lnSpc>
                <a:spcPct val="100000"/>
              </a:lnSpc>
              <a:spcBef>
                <a:spcPts val="400"/>
              </a:spcBef>
              <a:spcAft>
                <a:spcPts val="0"/>
              </a:spcAft>
              <a:buClr>
                <a:srgbClr val="003366"/>
              </a:buClr>
              <a:buSzPts val="1800"/>
              <a:buFont typeface="Arial"/>
              <a:buNone/>
              <a:defRPr b="0" i="0" sz="1800" u="none" cap="none" strike="noStrike">
                <a:solidFill>
                  <a:srgbClr val="003366"/>
                </a:solidFill>
                <a:latin typeface="Arial"/>
                <a:ea typeface="Arial"/>
                <a:cs typeface="Arial"/>
                <a:sym typeface="Arial"/>
              </a:defRPr>
            </a:lvl5pPr>
            <a:lvl6pPr lvl="5" marR="0" rtl="0" algn="ctr">
              <a:lnSpc>
                <a:spcPct val="100000"/>
              </a:lnSpc>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6pPr>
            <a:lvl7pPr lvl="6" marR="0" rtl="0" algn="ctr">
              <a:lnSpc>
                <a:spcPct val="100000"/>
              </a:lnSpc>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7pPr>
            <a:lvl8pPr lvl="7" marR="0" rtl="0" algn="ctr">
              <a:lnSpc>
                <a:spcPct val="100000"/>
              </a:lnSpc>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8pPr>
            <a:lvl9pPr lvl="8" marR="0" rtl="0" algn="ctr">
              <a:lnSpc>
                <a:spcPct val="100000"/>
              </a:lnSpc>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9pPr>
          </a:lstStyle>
          <a:p/>
        </p:txBody>
      </p:sp>
      <p:pic>
        <p:nvPicPr>
          <p:cNvPr descr="XBD200302-00063-02.jpg" id="65" name="Google Shape;65;p15"/>
          <p:cNvPicPr preferRelativeResize="0"/>
          <p:nvPr/>
        </p:nvPicPr>
        <p:blipFill rotWithShape="1">
          <a:blip r:embed="rId2">
            <a:alphaModFix/>
          </a:blip>
          <a:srcRect b="1719" l="3206" r="66401" t="26348"/>
          <a:stretch/>
        </p:blipFill>
        <p:spPr>
          <a:xfrm>
            <a:off x="0" y="800100"/>
            <a:ext cx="9144004" cy="4343400"/>
          </a:xfrm>
          <a:prstGeom prst="rect">
            <a:avLst/>
          </a:prstGeom>
          <a:noFill/>
          <a:ln>
            <a:noFill/>
          </a:ln>
        </p:spPr>
      </p:pic>
      <p:sp>
        <p:nvSpPr>
          <p:cNvPr id="66" name="Google Shape;66;p15"/>
          <p:cNvSpPr/>
          <p:nvPr/>
        </p:nvSpPr>
        <p:spPr>
          <a:xfrm>
            <a:off x="0" y="800100"/>
            <a:ext cx="9144000" cy="4343400"/>
          </a:xfrm>
          <a:prstGeom prst="rect">
            <a:avLst/>
          </a:prstGeom>
          <a:solidFill>
            <a:schemeClr val="dk1">
              <a:alpha val="8784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7" name="Google Shape;67;p15"/>
          <p:cNvSpPr/>
          <p:nvPr/>
        </p:nvSpPr>
        <p:spPr>
          <a:xfrm>
            <a:off x="0" y="0"/>
            <a:ext cx="9144000" cy="800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 name="Google Shape;68;p15"/>
          <p:cNvSpPr txBox="1"/>
          <p:nvPr>
            <p:ph type="title"/>
          </p:nvPr>
        </p:nvSpPr>
        <p:spPr>
          <a:xfrm>
            <a:off x="1076960" y="1140143"/>
            <a:ext cx="7579200" cy="8574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solidFill>
                  <a:schemeClr val="lt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pic>
        <p:nvPicPr>
          <p:cNvPr descr="DOE_Logo_White.png" id="69" name="Google Shape;69;p15"/>
          <p:cNvPicPr preferRelativeResize="0"/>
          <p:nvPr/>
        </p:nvPicPr>
        <p:blipFill rotWithShape="1">
          <a:blip r:embed="rId3">
            <a:alphaModFix/>
          </a:blip>
          <a:srcRect b="0" l="0" r="0" t="0"/>
          <a:stretch/>
        </p:blipFill>
        <p:spPr>
          <a:xfrm>
            <a:off x="7747165" y="281464"/>
            <a:ext cx="1132256" cy="274321"/>
          </a:xfrm>
          <a:prstGeom prst="rect">
            <a:avLst/>
          </a:prstGeom>
          <a:noFill/>
          <a:ln>
            <a:noFill/>
          </a:ln>
        </p:spPr>
      </p:pic>
      <p:pic>
        <p:nvPicPr>
          <p:cNvPr descr="A picture containing drawing&#10;&#10;Description automatically generated" id="70" name="Google Shape;70;p15"/>
          <p:cNvPicPr preferRelativeResize="0"/>
          <p:nvPr/>
        </p:nvPicPr>
        <p:blipFill rotWithShape="1">
          <a:blip r:embed="rId4">
            <a:alphaModFix/>
          </a:blip>
          <a:srcRect b="0" l="0" r="0" t="0"/>
          <a:stretch/>
        </p:blipFill>
        <p:spPr>
          <a:xfrm>
            <a:off x="206148" y="129540"/>
            <a:ext cx="2430683" cy="548640"/>
          </a:xfrm>
          <a:prstGeom prst="rect">
            <a:avLst/>
          </a:prstGeom>
          <a:noFill/>
          <a:ln>
            <a:noFill/>
          </a:ln>
        </p:spPr>
      </p:pic>
      <p:sp>
        <p:nvSpPr>
          <p:cNvPr id="71" name="Google Shape;71;p15"/>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rtl="0" algn="r">
              <a:buNone/>
              <a:defRPr sz="1000">
                <a:solidFill>
                  <a:schemeClr val="lt1"/>
                </a:solidFill>
              </a:defRPr>
            </a:lvl1pPr>
            <a:lvl2pPr lvl="1" rtl="0" algn="r">
              <a:buNone/>
              <a:defRPr sz="1000">
                <a:solidFill>
                  <a:schemeClr val="lt1"/>
                </a:solidFill>
              </a:defRPr>
            </a:lvl2pPr>
            <a:lvl3pPr lvl="2" rtl="0" algn="r">
              <a:buNone/>
              <a:defRPr sz="1000">
                <a:solidFill>
                  <a:schemeClr val="lt1"/>
                </a:solidFill>
              </a:defRPr>
            </a:lvl3pPr>
            <a:lvl4pPr lvl="3" rtl="0" algn="r">
              <a:buNone/>
              <a:defRPr sz="1000">
                <a:solidFill>
                  <a:schemeClr val="lt1"/>
                </a:solidFill>
              </a:defRPr>
            </a:lvl4pPr>
            <a:lvl5pPr lvl="4" rtl="0" algn="r">
              <a:buNone/>
              <a:defRPr sz="1000">
                <a:solidFill>
                  <a:schemeClr val="lt1"/>
                </a:solidFill>
              </a:defRPr>
            </a:lvl5pPr>
            <a:lvl6pPr lvl="5" rtl="0" algn="r">
              <a:buNone/>
              <a:defRPr sz="1000">
                <a:solidFill>
                  <a:schemeClr val="lt1"/>
                </a:solidFill>
              </a:defRPr>
            </a:lvl6pPr>
            <a:lvl7pPr lvl="6" rtl="0" algn="r">
              <a:buNone/>
              <a:defRPr sz="1000">
                <a:solidFill>
                  <a:schemeClr val="lt1"/>
                </a:solidFill>
              </a:defRPr>
            </a:lvl7pPr>
            <a:lvl8pPr lvl="7" rtl="0" algn="r">
              <a:buNone/>
              <a:defRPr sz="1000">
                <a:solidFill>
                  <a:schemeClr val="lt1"/>
                </a:solidFill>
              </a:defRPr>
            </a:lvl8pPr>
            <a:lvl9pPr lvl="8" rtl="0"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2" name="Shape 72"/>
        <p:cNvGrpSpPr/>
        <p:nvPr/>
      </p:nvGrpSpPr>
      <p:grpSpPr>
        <a:xfrm>
          <a:off x="0" y="0"/>
          <a:ext cx="0" cy="0"/>
          <a:chOff x="0" y="0"/>
          <a:chExt cx="0" cy="0"/>
        </a:xfrm>
      </p:grpSpPr>
      <p:sp>
        <p:nvSpPr>
          <p:cNvPr id="73" name="Google Shape;73;p16"/>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solidFill>
                  <a:schemeClr val="dk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4" name="Google Shape;74;p16"/>
          <p:cNvSpPr txBox="1"/>
          <p:nvPr>
            <p:ph idx="1" type="body"/>
          </p:nvPr>
        </p:nvSpPr>
        <p:spPr>
          <a:xfrm>
            <a:off x="457200" y="1151335"/>
            <a:ext cx="4040100" cy="4800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100000"/>
              </a:lnSpc>
              <a:spcBef>
                <a:spcPts val="700"/>
              </a:spcBef>
              <a:spcAft>
                <a:spcPts val="0"/>
              </a:spcAft>
              <a:buClr>
                <a:schemeClr val="dk1"/>
              </a:buClr>
              <a:buSzPts val="1500"/>
              <a:buFont typeface="Arial"/>
              <a:buNone/>
              <a:defRPr b="1" i="0" sz="1500" u="none" cap="none" strike="noStrike">
                <a:solidFill>
                  <a:schemeClr val="dk1"/>
                </a:solidFill>
                <a:latin typeface="Arial"/>
                <a:ea typeface="Arial"/>
                <a:cs typeface="Arial"/>
                <a:sym typeface="Arial"/>
              </a:defRPr>
            </a:lvl1pPr>
            <a:lvl2pPr indent="-228600" lvl="1" marL="914400" marR="0" rtl="0" algn="l">
              <a:lnSpc>
                <a:spcPct val="100000"/>
              </a:lnSpc>
              <a:spcBef>
                <a:spcPts val="400"/>
              </a:spcBef>
              <a:spcAft>
                <a:spcPts val="0"/>
              </a:spcAft>
              <a:buClr>
                <a:srgbClr val="003366"/>
              </a:buClr>
              <a:buSzPts val="1300"/>
              <a:buFont typeface="Arial"/>
              <a:buNone/>
              <a:defRPr b="1" i="0" sz="1500" u="none" cap="none" strike="noStrike">
                <a:solidFill>
                  <a:srgbClr val="003366"/>
                </a:solidFill>
                <a:latin typeface="Arial"/>
                <a:ea typeface="Arial"/>
                <a:cs typeface="Arial"/>
                <a:sym typeface="Arial"/>
              </a:defRPr>
            </a:lvl2pPr>
            <a:lvl3pPr indent="-228600" lvl="2" marL="1371600" marR="0" rtl="0" algn="l">
              <a:lnSpc>
                <a:spcPct val="100000"/>
              </a:lnSpc>
              <a:spcBef>
                <a:spcPts val="300"/>
              </a:spcBef>
              <a:spcAft>
                <a:spcPts val="0"/>
              </a:spcAft>
              <a:buClr>
                <a:srgbClr val="003366"/>
              </a:buClr>
              <a:buSzPts val="1000"/>
              <a:buFont typeface="Merriweather Sans"/>
              <a:buNone/>
              <a:defRPr b="1" i="0" sz="1400" u="none" cap="none" strike="noStrike">
                <a:solidFill>
                  <a:srgbClr val="003366"/>
                </a:solidFill>
                <a:latin typeface="Arial"/>
                <a:ea typeface="Arial"/>
                <a:cs typeface="Arial"/>
                <a:sym typeface="Arial"/>
              </a:defRPr>
            </a:lvl3pPr>
            <a:lvl4pPr indent="-228600" lvl="3" marL="1828800" marR="0" rtl="0" algn="l">
              <a:lnSpc>
                <a:spcPct val="100000"/>
              </a:lnSpc>
              <a:spcBef>
                <a:spcPts val="200"/>
              </a:spcBef>
              <a:spcAft>
                <a:spcPts val="0"/>
              </a:spcAft>
              <a:buClr>
                <a:srgbClr val="003366"/>
              </a:buClr>
              <a:buSzPts val="900"/>
              <a:buFont typeface="Merriweather Sans"/>
              <a:buNone/>
              <a:defRPr b="1" i="0" sz="1200" u="none" cap="none" strike="noStrike">
                <a:solidFill>
                  <a:srgbClr val="003366"/>
                </a:solidFill>
                <a:latin typeface="Arial"/>
                <a:ea typeface="Arial"/>
                <a:cs typeface="Arial"/>
                <a:sym typeface="Arial"/>
              </a:defRPr>
            </a:lvl4pPr>
            <a:lvl5pPr indent="-228600" lvl="4" marL="2286000" marR="0" rtl="0" algn="l">
              <a:lnSpc>
                <a:spcPct val="100000"/>
              </a:lnSpc>
              <a:spcBef>
                <a:spcPts val="200"/>
              </a:spcBef>
              <a:spcAft>
                <a:spcPts val="0"/>
              </a:spcAft>
              <a:buClr>
                <a:srgbClr val="003366"/>
              </a:buClr>
              <a:buSzPts val="1200"/>
              <a:buFont typeface="Arial"/>
              <a:buNone/>
              <a:defRPr b="1" i="0" sz="1200" u="none" cap="none" strike="noStrike">
                <a:solidFill>
                  <a:srgbClr val="003366"/>
                </a:solidFill>
                <a:latin typeface="Arial"/>
                <a:ea typeface="Arial"/>
                <a:cs typeface="Arial"/>
                <a:sym typeface="Arial"/>
              </a:defRPr>
            </a:lvl5pPr>
            <a:lvl6pPr indent="-228600" lvl="5" marL="2743200" marR="0" rtl="0" algn="l">
              <a:lnSpc>
                <a:spcPct val="100000"/>
              </a:lnSpc>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6pPr>
            <a:lvl7pPr indent="-228600" lvl="6" marL="3200400" marR="0" rtl="0" algn="l">
              <a:lnSpc>
                <a:spcPct val="100000"/>
              </a:lnSpc>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7pPr>
            <a:lvl8pPr indent="-228600" lvl="7" marL="3657600" marR="0" rtl="0" algn="l">
              <a:lnSpc>
                <a:spcPct val="100000"/>
              </a:lnSpc>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8pPr>
            <a:lvl9pPr indent="-228600" lvl="8" marL="4114800" marR="0" rtl="0" algn="l">
              <a:lnSpc>
                <a:spcPct val="100000"/>
              </a:lnSpc>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9pPr>
          </a:lstStyle>
          <a:p/>
        </p:txBody>
      </p:sp>
      <p:sp>
        <p:nvSpPr>
          <p:cNvPr id="75" name="Google Shape;75;p16"/>
          <p:cNvSpPr txBox="1"/>
          <p:nvPr>
            <p:ph idx="2" type="body"/>
          </p:nvPr>
        </p:nvSpPr>
        <p:spPr>
          <a:xfrm>
            <a:off x="457200" y="1631156"/>
            <a:ext cx="4040100" cy="28266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700"/>
              </a:spcBef>
              <a:spcAft>
                <a:spcPts val="0"/>
              </a:spcAft>
              <a:buClr>
                <a:srgbClr val="000000"/>
              </a:buClr>
              <a:buSzPts val="1100"/>
              <a:buFont typeface="Arial"/>
              <a:buNone/>
              <a:defRPr b="0" i="0" sz="1500" u="none" cap="none" strike="noStrike">
                <a:solidFill>
                  <a:schemeClr val="dk1"/>
                </a:solidFill>
                <a:latin typeface="Arial"/>
                <a:ea typeface="Arial"/>
                <a:cs typeface="Arial"/>
                <a:sym typeface="Arial"/>
              </a:defRPr>
            </a:lvl1pPr>
            <a:lvl2pPr indent="-311150" lvl="1" marL="914400" marR="0" rtl="0" algn="l">
              <a:lnSpc>
                <a:spcPct val="100000"/>
              </a:lnSpc>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85750" lvl="3" marL="1828800" marR="0" rtl="0" algn="l">
              <a:lnSpc>
                <a:spcPct val="100000"/>
              </a:lnSpc>
              <a:spcBef>
                <a:spcPts val="200"/>
              </a:spcBef>
              <a:spcAft>
                <a:spcPts val="0"/>
              </a:spcAft>
              <a:buClr>
                <a:srgbClr val="003366"/>
              </a:buClr>
              <a:buSzPts val="900"/>
              <a:buFont typeface="Merriweather Sans"/>
              <a:buChar char="–"/>
              <a:defRPr b="0" i="0" sz="1200" u="none" cap="none" strike="noStrike">
                <a:solidFill>
                  <a:srgbClr val="003366"/>
                </a:solidFill>
                <a:latin typeface="Arial"/>
                <a:ea typeface="Arial"/>
                <a:cs typeface="Arial"/>
                <a:sym typeface="Arial"/>
              </a:defRPr>
            </a:lvl4pPr>
            <a:lvl5pPr indent="-304800" lvl="4" marL="2286000" marR="0" rtl="0" algn="l">
              <a:lnSpc>
                <a:spcPct val="100000"/>
              </a:lnSpc>
              <a:spcBef>
                <a:spcPts val="200"/>
              </a:spcBef>
              <a:spcAft>
                <a:spcPts val="0"/>
              </a:spcAft>
              <a:buClr>
                <a:srgbClr val="003366"/>
              </a:buClr>
              <a:buSzPts val="1200"/>
              <a:buFont typeface="Arial"/>
              <a:buChar char="»"/>
              <a:defRPr b="0" i="0" sz="1200" u="none" cap="none" strike="noStrike">
                <a:solidFill>
                  <a:srgbClr val="003366"/>
                </a:solidFill>
                <a:latin typeface="Arial"/>
                <a:ea typeface="Arial"/>
                <a:cs typeface="Arial"/>
                <a:sym typeface="Arial"/>
              </a:defRPr>
            </a:lvl5pPr>
            <a:lvl6pPr indent="-304800" lvl="5" marL="2743200" marR="0" rtl="0" algn="l">
              <a:lnSpc>
                <a:spcPct val="100000"/>
              </a:lnSpc>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6pPr>
            <a:lvl7pPr indent="-304800" lvl="6" marL="3200400" marR="0" rtl="0" algn="l">
              <a:lnSpc>
                <a:spcPct val="100000"/>
              </a:lnSpc>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7pPr>
            <a:lvl8pPr indent="-304800" lvl="7" marL="3657600" marR="0" rtl="0" algn="l">
              <a:lnSpc>
                <a:spcPct val="100000"/>
              </a:lnSpc>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8pPr>
            <a:lvl9pPr indent="-304800" lvl="8" marL="4114800" marR="0" rtl="0" algn="l">
              <a:lnSpc>
                <a:spcPct val="100000"/>
              </a:lnSpc>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9pPr>
          </a:lstStyle>
          <a:p/>
        </p:txBody>
      </p:sp>
      <p:sp>
        <p:nvSpPr>
          <p:cNvPr id="76" name="Google Shape;76;p16"/>
          <p:cNvSpPr txBox="1"/>
          <p:nvPr>
            <p:ph idx="3" type="body"/>
          </p:nvPr>
        </p:nvSpPr>
        <p:spPr>
          <a:xfrm>
            <a:off x="4645026" y="1151335"/>
            <a:ext cx="4041600" cy="4800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100000"/>
              </a:lnSpc>
              <a:spcBef>
                <a:spcPts val="700"/>
              </a:spcBef>
              <a:spcAft>
                <a:spcPts val="0"/>
              </a:spcAft>
              <a:buClr>
                <a:srgbClr val="00395A"/>
              </a:buClr>
              <a:buSzPts val="1500"/>
              <a:buFont typeface="Arial"/>
              <a:buNone/>
              <a:defRPr b="1" i="0" sz="1500" u="none" cap="none" strike="noStrike">
                <a:solidFill>
                  <a:srgbClr val="00395A"/>
                </a:solidFill>
                <a:latin typeface="Arial"/>
                <a:ea typeface="Arial"/>
                <a:cs typeface="Arial"/>
                <a:sym typeface="Arial"/>
              </a:defRPr>
            </a:lvl1pPr>
            <a:lvl2pPr indent="-228600" lvl="1" marL="914400" marR="0" rtl="0" algn="l">
              <a:lnSpc>
                <a:spcPct val="100000"/>
              </a:lnSpc>
              <a:spcBef>
                <a:spcPts val="400"/>
              </a:spcBef>
              <a:spcAft>
                <a:spcPts val="0"/>
              </a:spcAft>
              <a:buClr>
                <a:srgbClr val="003366"/>
              </a:buClr>
              <a:buSzPts val="1300"/>
              <a:buFont typeface="Arial"/>
              <a:buNone/>
              <a:defRPr b="1" i="0" sz="1500" u="none" cap="none" strike="noStrike">
                <a:solidFill>
                  <a:srgbClr val="003366"/>
                </a:solidFill>
                <a:latin typeface="Arial"/>
                <a:ea typeface="Arial"/>
                <a:cs typeface="Arial"/>
                <a:sym typeface="Arial"/>
              </a:defRPr>
            </a:lvl2pPr>
            <a:lvl3pPr indent="-228600" lvl="2" marL="1371600" marR="0" rtl="0" algn="l">
              <a:lnSpc>
                <a:spcPct val="100000"/>
              </a:lnSpc>
              <a:spcBef>
                <a:spcPts val="300"/>
              </a:spcBef>
              <a:spcAft>
                <a:spcPts val="0"/>
              </a:spcAft>
              <a:buClr>
                <a:srgbClr val="003366"/>
              </a:buClr>
              <a:buSzPts val="1000"/>
              <a:buFont typeface="Merriweather Sans"/>
              <a:buNone/>
              <a:defRPr b="1" i="0" sz="1400" u="none" cap="none" strike="noStrike">
                <a:solidFill>
                  <a:srgbClr val="003366"/>
                </a:solidFill>
                <a:latin typeface="Arial"/>
                <a:ea typeface="Arial"/>
                <a:cs typeface="Arial"/>
                <a:sym typeface="Arial"/>
              </a:defRPr>
            </a:lvl3pPr>
            <a:lvl4pPr indent="-228600" lvl="3" marL="1828800" marR="0" rtl="0" algn="l">
              <a:lnSpc>
                <a:spcPct val="100000"/>
              </a:lnSpc>
              <a:spcBef>
                <a:spcPts val="200"/>
              </a:spcBef>
              <a:spcAft>
                <a:spcPts val="0"/>
              </a:spcAft>
              <a:buClr>
                <a:srgbClr val="003366"/>
              </a:buClr>
              <a:buSzPts val="900"/>
              <a:buFont typeface="Merriweather Sans"/>
              <a:buNone/>
              <a:defRPr b="1" i="0" sz="1200" u="none" cap="none" strike="noStrike">
                <a:solidFill>
                  <a:srgbClr val="003366"/>
                </a:solidFill>
                <a:latin typeface="Arial"/>
                <a:ea typeface="Arial"/>
                <a:cs typeface="Arial"/>
                <a:sym typeface="Arial"/>
              </a:defRPr>
            </a:lvl4pPr>
            <a:lvl5pPr indent="-228600" lvl="4" marL="2286000" marR="0" rtl="0" algn="l">
              <a:lnSpc>
                <a:spcPct val="100000"/>
              </a:lnSpc>
              <a:spcBef>
                <a:spcPts val="200"/>
              </a:spcBef>
              <a:spcAft>
                <a:spcPts val="0"/>
              </a:spcAft>
              <a:buClr>
                <a:srgbClr val="003366"/>
              </a:buClr>
              <a:buSzPts val="1200"/>
              <a:buFont typeface="Arial"/>
              <a:buNone/>
              <a:defRPr b="1" i="0" sz="1200" u="none" cap="none" strike="noStrike">
                <a:solidFill>
                  <a:srgbClr val="003366"/>
                </a:solidFill>
                <a:latin typeface="Arial"/>
                <a:ea typeface="Arial"/>
                <a:cs typeface="Arial"/>
                <a:sym typeface="Arial"/>
              </a:defRPr>
            </a:lvl5pPr>
            <a:lvl6pPr indent="-228600" lvl="5" marL="2743200" marR="0" rtl="0" algn="l">
              <a:lnSpc>
                <a:spcPct val="100000"/>
              </a:lnSpc>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6pPr>
            <a:lvl7pPr indent="-228600" lvl="6" marL="3200400" marR="0" rtl="0" algn="l">
              <a:lnSpc>
                <a:spcPct val="100000"/>
              </a:lnSpc>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7pPr>
            <a:lvl8pPr indent="-228600" lvl="7" marL="3657600" marR="0" rtl="0" algn="l">
              <a:lnSpc>
                <a:spcPct val="100000"/>
              </a:lnSpc>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8pPr>
            <a:lvl9pPr indent="-228600" lvl="8" marL="4114800" marR="0" rtl="0" algn="l">
              <a:lnSpc>
                <a:spcPct val="100000"/>
              </a:lnSpc>
              <a:spcBef>
                <a:spcPts val="200"/>
              </a:spcBef>
              <a:spcAft>
                <a:spcPts val="0"/>
              </a:spcAft>
              <a:buClr>
                <a:srgbClr val="2C5993"/>
              </a:buClr>
              <a:buSzPts val="1200"/>
              <a:buFont typeface="Arial"/>
              <a:buNone/>
              <a:defRPr b="1" i="0" sz="1200" u="none" cap="none" strike="noStrike">
                <a:solidFill>
                  <a:srgbClr val="2C5993"/>
                </a:solidFill>
                <a:latin typeface="Arial"/>
                <a:ea typeface="Arial"/>
                <a:cs typeface="Arial"/>
                <a:sym typeface="Arial"/>
              </a:defRPr>
            </a:lvl9pPr>
          </a:lstStyle>
          <a:p/>
        </p:txBody>
      </p:sp>
      <p:sp>
        <p:nvSpPr>
          <p:cNvPr id="77" name="Google Shape;77;p16"/>
          <p:cNvSpPr txBox="1"/>
          <p:nvPr>
            <p:ph idx="4" type="body"/>
          </p:nvPr>
        </p:nvSpPr>
        <p:spPr>
          <a:xfrm>
            <a:off x="4645026" y="1631156"/>
            <a:ext cx="4041600" cy="28266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700"/>
              </a:spcBef>
              <a:spcAft>
                <a:spcPts val="0"/>
              </a:spcAft>
              <a:buClr>
                <a:srgbClr val="000000"/>
              </a:buClr>
              <a:buSzPts val="1100"/>
              <a:buFont typeface="Arial"/>
              <a:buNone/>
              <a:defRPr b="0" i="0" sz="1500" u="none" cap="none" strike="noStrike">
                <a:solidFill>
                  <a:schemeClr val="dk1"/>
                </a:solidFill>
                <a:latin typeface="Arial"/>
                <a:ea typeface="Arial"/>
                <a:cs typeface="Arial"/>
                <a:sym typeface="Arial"/>
              </a:defRPr>
            </a:lvl1pPr>
            <a:lvl2pPr indent="-311150" lvl="1" marL="914400" marR="0" rtl="0" algn="l">
              <a:lnSpc>
                <a:spcPct val="100000"/>
              </a:lnSpc>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85750" lvl="3" marL="1828800" marR="0" rtl="0" algn="l">
              <a:lnSpc>
                <a:spcPct val="100000"/>
              </a:lnSpc>
              <a:spcBef>
                <a:spcPts val="200"/>
              </a:spcBef>
              <a:spcAft>
                <a:spcPts val="0"/>
              </a:spcAft>
              <a:buClr>
                <a:srgbClr val="003366"/>
              </a:buClr>
              <a:buSzPts val="900"/>
              <a:buFont typeface="Merriweather Sans"/>
              <a:buChar char="–"/>
              <a:defRPr b="0" i="0" sz="1200" u="none" cap="none" strike="noStrike">
                <a:solidFill>
                  <a:srgbClr val="003366"/>
                </a:solidFill>
                <a:latin typeface="Arial"/>
                <a:ea typeface="Arial"/>
                <a:cs typeface="Arial"/>
                <a:sym typeface="Arial"/>
              </a:defRPr>
            </a:lvl4pPr>
            <a:lvl5pPr indent="-304800" lvl="4" marL="2286000" marR="0" rtl="0" algn="l">
              <a:lnSpc>
                <a:spcPct val="100000"/>
              </a:lnSpc>
              <a:spcBef>
                <a:spcPts val="200"/>
              </a:spcBef>
              <a:spcAft>
                <a:spcPts val="0"/>
              </a:spcAft>
              <a:buClr>
                <a:srgbClr val="003366"/>
              </a:buClr>
              <a:buSzPts val="1200"/>
              <a:buFont typeface="Arial"/>
              <a:buChar char="»"/>
              <a:defRPr b="0" i="0" sz="1200" u="none" cap="none" strike="noStrike">
                <a:solidFill>
                  <a:srgbClr val="003366"/>
                </a:solidFill>
                <a:latin typeface="Arial"/>
                <a:ea typeface="Arial"/>
                <a:cs typeface="Arial"/>
                <a:sym typeface="Arial"/>
              </a:defRPr>
            </a:lvl5pPr>
            <a:lvl6pPr indent="-304800" lvl="5" marL="2743200" marR="0" rtl="0" algn="l">
              <a:lnSpc>
                <a:spcPct val="100000"/>
              </a:lnSpc>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6pPr>
            <a:lvl7pPr indent="-304800" lvl="6" marL="3200400" marR="0" rtl="0" algn="l">
              <a:lnSpc>
                <a:spcPct val="100000"/>
              </a:lnSpc>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7pPr>
            <a:lvl8pPr indent="-304800" lvl="7" marL="3657600" marR="0" rtl="0" algn="l">
              <a:lnSpc>
                <a:spcPct val="100000"/>
              </a:lnSpc>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8pPr>
            <a:lvl9pPr indent="-304800" lvl="8" marL="4114800" marR="0" rtl="0" algn="l">
              <a:lnSpc>
                <a:spcPct val="100000"/>
              </a:lnSpc>
              <a:spcBef>
                <a:spcPts val="200"/>
              </a:spcBef>
              <a:spcAft>
                <a:spcPts val="0"/>
              </a:spcAft>
              <a:buClr>
                <a:srgbClr val="2C5993"/>
              </a:buClr>
              <a:buSzPts val="1200"/>
              <a:buFont typeface="Arial"/>
              <a:buChar char="»"/>
              <a:defRPr b="0" i="0" sz="1200" u="none" cap="none" strike="noStrike">
                <a:solidFill>
                  <a:srgbClr val="2C5993"/>
                </a:solidFill>
                <a:latin typeface="Arial"/>
                <a:ea typeface="Arial"/>
                <a:cs typeface="Arial"/>
                <a:sym typeface="Arial"/>
              </a:defRPr>
            </a:lvl9pPr>
          </a:lstStyle>
          <a:p/>
        </p:txBody>
      </p:sp>
      <p:sp>
        <p:nvSpPr>
          <p:cNvPr id="78" name="Google Shape;78;p16"/>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79" name="Google Shape;79;p16"/>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0" name="Shape 80"/>
        <p:cNvGrpSpPr/>
        <p:nvPr/>
      </p:nvGrpSpPr>
      <p:grpSpPr>
        <a:xfrm>
          <a:off x="0" y="0"/>
          <a:ext cx="0" cy="0"/>
          <a:chOff x="0" y="0"/>
          <a:chExt cx="0" cy="0"/>
        </a:xfrm>
      </p:grpSpPr>
      <p:sp>
        <p:nvSpPr>
          <p:cNvPr id="81" name="Google Shape;81;p17"/>
          <p:cNvSpPr txBox="1"/>
          <p:nvPr>
            <p:ph type="title"/>
          </p:nvPr>
        </p:nvSpPr>
        <p:spPr>
          <a:xfrm>
            <a:off x="457201" y="195263"/>
            <a:ext cx="8229600" cy="8574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solidFill>
                  <a:schemeClr val="dk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2" name="Google Shape;82;p17"/>
          <p:cNvSpPr txBox="1"/>
          <p:nvPr>
            <p:ph idx="1" type="body"/>
          </p:nvPr>
        </p:nvSpPr>
        <p:spPr>
          <a:xfrm>
            <a:off x="457201" y="1179910"/>
            <a:ext cx="8229600" cy="32766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900"/>
              </a:spcBef>
              <a:spcAft>
                <a:spcPts val="0"/>
              </a:spcAft>
              <a:buClr>
                <a:srgbClr val="000000"/>
              </a:buClr>
              <a:buSzPts val="1100"/>
              <a:buFont typeface="Arial"/>
              <a:buNone/>
              <a:defRPr b="0" i="0" sz="1800" u="none" cap="none" strike="noStrike">
                <a:solidFill>
                  <a:schemeClr val="dk1"/>
                </a:solidFill>
                <a:latin typeface="Arial"/>
                <a:ea typeface="Arial"/>
                <a:cs typeface="Arial"/>
                <a:sym typeface="Arial"/>
              </a:defRPr>
            </a:lvl1pPr>
            <a:lvl2pPr indent="-323850" lvl="1" marL="914400" marR="0" rtl="0" algn="l">
              <a:lnSpc>
                <a:spcPct val="100000"/>
              </a:lnSpc>
              <a:spcBef>
                <a:spcPts val="700"/>
              </a:spcBef>
              <a:spcAft>
                <a:spcPts val="0"/>
              </a:spcAft>
              <a:buClr>
                <a:schemeClr val="dk1"/>
              </a:buClr>
              <a:buSzPts val="1500"/>
              <a:buFont typeface="Arial"/>
              <a:buChar char="•"/>
              <a:defRPr b="0" i="0" sz="1800" u="none" cap="none" strike="noStrike">
                <a:solidFill>
                  <a:schemeClr val="dk1"/>
                </a:solidFill>
                <a:latin typeface="Arial"/>
                <a:ea typeface="Arial"/>
                <a:cs typeface="Arial"/>
                <a:sym typeface="Arial"/>
              </a:defRPr>
            </a:lvl2pPr>
            <a:lvl3pPr indent="-317500" lvl="2" marL="1371600" marR="0" rtl="0" algn="l">
              <a:lnSpc>
                <a:spcPct val="100000"/>
              </a:lnSpc>
              <a:spcBef>
                <a:spcPts val="400"/>
              </a:spcBef>
              <a:spcAft>
                <a:spcPts val="0"/>
              </a:spcAft>
              <a:buClr>
                <a:schemeClr val="dk1"/>
              </a:buClr>
              <a:buSzPts val="1400"/>
              <a:buFont typeface="Merriweather Sans"/>
              <a:buChar char="–"/>
              <a:defRPr b="0" i="0" sz="1800" u="none" cap="none" strike="noStrike">
                <a:solidFill>
                  <a:schemeClr val="dk1"/>
                </a:solidFill>
                <a:latin typeface="Arial"/>
                <a:ea typeface="Arial"/>
                <a:cs typeface="Arial"/>
                <a:sym typeface="Arial"/>
              </a:defRPr>
            </a:lvl3pPr>
            <a:lvl4pPr indent="-285750" lvl="3" marL="1828800" marR="0" rtl="0" algn="l">
              <a:lnSpc>
                <a:spcPct val="100000"/>
              </a:lnSpc>
              <a:spcBef>
                <a:spcPts val="300"/>
              </a:spcBef>
              <a:spcAft>
                <a:spcPts val="0"/>
              </a:spcAft>
              <a:buClr>
                <a:schemeClr val="dk1"/>
              </a:buClr>
              <a:buSzPts val="9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00000"/>
              </a:lnSpc>
              <a:spcBef>
                <a:spcPts val="400"/>
              </a:spcBef>
              <a:spcAft>
                <a:spcPts val="0"/>
              </a:spcAft>
              <a:buClr>
                <a:srgbClr val="003366"/>
              </a:buClr>
              <a:buSzPts val="1800"/>
              <a:buFont typeface="Arial"/>
              <a:buChar char="»"/>
              <a:defRPr b="0" i="0" sz="1800" u="none" cap="none" strike="noStrike">
                <a:solidFill>
                  <a:srgbClr val="003366"/>
                </a:solidFill>
                <a:latin typeface="Arial"/>
                <a:ea typeface="Arial"/>
                <a:cs typeface="Arial"/>
                <a:sym typeface="Arial"/>
              </a:defRPr>
            </a:lvl5pPr>
            <a:lvl6pPr indent="-323850" lvl="5" marL="2743200" marR="0" rtl="0" algn="l">
              <a:lnSpc>
                <a:spcPct val="100000"/>
              </a:lnSpc>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6pPr>
            <a:lvl7pPr indent="-323850" lvl="6" marL="3200400" marR="0" rtl="0" algn="l">
              <a:lnSpc>
                <a:spcPct val="100000"/>
              </a:lnSpc>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7pPr>
            <a:lvl8pPr indent="-323850" lvl="7" marL="3657600" marR="0" rtl="0" algn="l">
              <a:lnSpc>
                <a:spcPct val="100000"/>
              </a:lnSpc>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8pPr>
            <a:lvl9pPr indent="-323850" lvl="8" marL="4114800" marR="0" rtl="0" algn="l">
              <a:lnSpc>
                <a:spcPct val="100000"/>
              </a:lnSpc>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9pPr>
          </a:lstStyle>
          <a:p/>
        </p:txBody>
      </p:sp>
      <p:sp>
        <p:nvSpPr>
          <p:cNvPr id="83" name="Google Shape;83;p17"/>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4" name="Google Shape;84;p17"/>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5" name="Shape 85"/>
        <p:cNvGrpSpPr/>
        <p:nvPr/>
      </p:nvGrpSpPr>
      <p:grpSpPr>
        <a:xfrm>
          <a:off x="0" y="0"/>
          <a:ext cx="0" cy="0"/>
          <a:chOff x="0" y="0"/>
          <a:chExt cx="0" cy="0"/>
        </a:xfrm>
      </p:grpSpPr>
      <p:sp>
        <p:nvSpPr>
          <p:cNvPr id="86" name="Google Shape;86;p18"/>
          <p:cNvSpPr txBox="1"/>
          <p:nvPr>
            <p:ph type="title"/>
          </p:nvPr>
        </p:nvSpPr>
        <p:spPr>
          <a:xfrm>
            <a:off x="457200" y="3305176"/>
            <a:ext cx="8229600" cy="1021500"/>
          </a:xfrm>
          <a:prstGeom prst="rect">
            <a:avLst/>
          </a:prstGeom>
          <a:noFill/>
          <a:ln>
            <a:noFill/>
          </a:ln>
        </p:spPr>
        <p:txBody>
          <a:bodyPr anchorCtr="0" anchor="t" bIns="34275" lIns="68575" spcFirstLastPara="1" rIns="68575" wrap="square" tIns="34275">
            <a:noAutofit/>
          </a:bodyPr>
          <a:lstStyle>
            <a:lvl1pPr lvl="0" rtl="0" algn="l">
              <a:lnSpc>
                <a:spcPct val="100000"/>
              </a:lnSpc>
              <a:spcBef>
                <a:spcPts val="0"/>
              </a:spcBef>
              <a:spcAft>
                <a:spcPts val="0"/>
              </a:spcAft>
              <a:buSzPts val="1100"/>
              <a:buNone/>
              <a:defRPr b="1" sz="2400" cap="none">
                <a:solidFill>
                  <a:srgbClr val="00395A"/>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7" name="Google Shape;87;p18"/>
          <p:cNvSpPr txBox="1"/>
          <p:nvPr>
            <p:ph idx="1" type="body"/>
          </p:nvPr>
        </p:nvSpPr>
        <p:spPr>
          <a:xfrm>
            <a:off x="457200" y="2180035"/>
            <a:ext cx="8229600" cy="11253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100000"/>
              </a:lnSpc>
              <a:spcBef>
                <a:spcPts val="7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lnSpc>
                <a:spcPct val="100000"/>
              </a:lnSpc>
              <a:spcBef>
                <a:spcPts val="400"/>
              </a:spcBef>
              <a:spcAft>
                <a:spcPts val="0"/>
              </a:spcAft>
              <a:buClr>
                <a:srgbClr val="003366"/>
              </a:buClr>
              <a:buSzPts val="1100"/>
              <a:buFont typeface="Arial"/>
              <a:buNone/>
              <a:defRPr b="0" i="0" sz="1400" u="none" cap="none" strike="noStrike">
                <a:solidFill>
                  <a:srgbClr val="003366"/>
                </a:solidFill>
                <a:latin typeface="Arial"/>
                <a:ea typeface="Arial"/>
                <a:cs typeface="Arial"/>
                <a:sym typeface="Arial"/>
              </a:defRPr>
            </a:lvl2pPr>
            <a:lvl3pPr indent="-228600" lvl="2" marL="1371600" marR="0" rtl="0" algn="l">
              <a:lnSpc>
                <a:spcPct val="100000"/>
              </a:lnSpc>
              <a:spcBef>
                <a:spcPts val="300"/>
              </a:spcBef>
              <a:spcAft>
                <a:spcPts val="0"/>
              </a:spcAft>
              <a:buClr>
                <a:srgbClr val="003366"/>
              </a:buClr>
              <a:buSzPts val="900"/>
              <a:buFont typeface="Merriweather Sans"/>
              <a:buNone/>
              <a:defRPr b="0" i="0" sz="1200" u="none" cap="none" strike="noStrike">
                <a:solidFill>
                  <a:srgbClr val="003366"/>
                </a:solidFill>
                <a:latin typeface="Arial"/>
                <a:ea typeface="Arial"/>
                <a:cs typeface="Arial"/>
                <a:sym typeface="Arial"/>
              </a:defRPr>
            </a:lvl3pPr>
            <a:lvl4pPr indent="-228600" lvl="3" marL="1828800" marR="0" rtl="0" algn="l">
              <a:lnSpc>
                <a:spcPct val="100000"/>
              </a:lnSpc>
              <a:spcBef>
                <a:spcPts val="200"/>
              </a:spcBef>
              <a:spcAft>
                <a:spcPts val="0"/>
              </a:spcAft>
              <a:buClr>
                <a:srgbClr val="003366"/>
              </a:buClr>
              <a:buSzPts val="800"/>
              <a:buFont typeface="Merriweather Sans"/>
              <a:buNone/>
              <a:defRPr b="0" i="0" sz="1100" u="none" cap="none" strike="noStrike">
                <a:solidFill>
                  <a:srgbClr val="003366"/>
                </a:solidFill>
                <a:latin typeface="Arial"/>
                <a:ea typeface="Arial"/>
                <a:cs typeface="Arial"/>
                <a:sym typeface="Arial"/>
              </a:defRPr>
            </a:lvl4pPr>
            <a:lvl5pPr indent="-228600" lvl="4" marL="2286000" marR="0" rtl="0" algn="l">
              <a:lnSpc>
                <a:spcPct val="100000"/>
              </a:lnSpc>
              <a:spcBef>
                <a:spcPts val="200"/>
              </a:spcBef>
              <a:spcAft>
                <a:spcPts val="0"/>
              </a:spcAft>
              <a:buClr>
                <a:srgbClr val="003366"/>
              </a:buClr>
              <a:buSzPts val="1100"/>
              <a:buFont typeface="Arial"/>
              <a:buNone/>
              <a:defRPr b="0" i="0" sz="1100" u="none" cap="none" strike="noStrike">
                <a:solidFill>
                  <a:srgbClr val="003366"/>
                </a:solidFill>
                <a:latin typeface="Arial"/>
                <a:ea typeface="Arial"/>
                <a:cs typeface="Arial"/>
                <a:sym typeface="Arial"/>
              </a:defRPr>
            </a:lvl5pPr>
            <a:lvl6pPr indent="-228600" lvl="5" marL="2743200" marR="0" rtl="0" algn="l">
              <a:lnSpc>
                <a:spcPct val="100000"/>
              </a:lnSpc>
              <a:spcBef>
                <a:spcPts val="200"/>
              </a:spcBef>
              <a:spcAft>
                <a:spcPts val="0"/>
              </a:spcAft>
              <a:buClr>
                <a:srgbClr val="2C5993"/>
              </a:buClr>
              <a:buSzPts val="1100"/>
              <a:buFont typeface="Arial"/>
              <a:buNone/>
              <a:defRPr b="0" i="0" sz="1100" u="none" cap="none" strike="noStrike">
                <a:solidFill>
                  <a:srgbClr val="2C5993"/>
                </a:solidFill>
                <a:latin typeface="Arial"/>
                <a:ea typeface="Arial"/>
                <a:cs typeface="Arial"/>
                <a:sym typeface="Arial"/>
              </a:defRPr>
            </a:lvl6pPr>
            <a:lvl7pPr indent="-228600" lvl="6" marL="3200400" marR="0" rtl="0" algn="l">
              <a:lnSpc>
                <a:spcPct val="100000"/>
              </a:lnSpc>
              <a:spcBef>
                <a:spcPts val="200"/>
              </a:spcBef>
              <a:spcAft>
                <a:spcPts val="0"/>
              </a:spcAft>
              <a:buClr>
                <a:srgbClr val="2C5993"/>
              </a:buClr>
              <a:buSzPts val="1100"/>
              <a:buFont typeface="Arial"/>
              <a:buNone/>
              <a:defRPr b="0" i="0" sz="1100" u="none" cap="none" strike="noStrike">
                <a:solidFill>
                  <a:srgbClr val="2C5993"/>
                </a:solidFill>
                <a:latin typeface="Arial"/>
                <a:ea typeface="Arial"/>
                <a:cs typeface="Arial"/>
                <a:sym typeface="Arial"/>
              </a:defRPr>
            </a:lvl7pPr>
            <a:lvl8pPr indent="-228600" lvl="7" marL="3657600" marR="0" rtl="0" algn="l">
              <a:lnSpc>
                <a:spcPct val="100000"/>
              </a:lnSpc>
              <a:spcBef>
                <a:spcPts val="200"/>
              </a:spcBef>
              <a:spcAft>
                <a:spcPts val="0"/>
              </a:spcAft>
              <a:buClr>
                <a:srgbClr val="2C5993"/>
              </a:buClr>
              <a:buSzPts val="1100"/>
              <a:buFont typeface="Arial"/>
              <a:buNone/>
              <a:defRPr b="0" i="0" sz="1100" u="none" cap="none" strike="noStrike">
                <a:solidFill>
                  <a:srgbClr val="2C5993"/>
                </a:solidFill>
                <a:latin typeface="Arial"/>
                <a:ea typeface="Arial"/>
                <a:cs typeface="Arial"/>
                <a:sym typeface="Arial"/>
              </a:defRPr>
            </a:lvl8pPr>
            <a:lvl9pPr indent="-228600" lvl="8" marL="4114800" marR="0" rtl="0" algn="l">
              <a:lnSpc>
                <a:spcPct val="100000"/>
              </a:lnSpc>
              <a:spcBef>
                <a:spcPts val="200"/>
              </a:spcBef>
              <a:spcAft>
                <a:spcPts val="0"/>
              </a:spcAft>
              <a:buClr>
                <a:srgbClr val="2C5993"/>
              </a:buClr>
              <a:buSzPts val="1100"/>
              <a:buFont typeface="Arial"/>
              <a:buNone/>
              <a:defRPr b="0" i="0" sz="1100" u="none" cap="none" strike="noStrike">
                <a:solidFill>
                  <a:srgbClr val="2C5993"/>
                </a:solidFill>
                <a:latin typeface="Arial"/>
                <a:ea typeface="Arial"/>
                <a:cs typeface="Arial"/>
                <a:sym typeface="Arial"/>
              </a:defRPr>
            </a:lvl9pPr>
          </a:lstStyle>
          <a:p/>
        </p:txBody>
      </p:sp>
      <p:sp>
        <p:nvSpPr>
          <p:cNvPr id="88" name="Google Shape;88;p18"/>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89" name="Google Shape;89;p18"/>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0" name="Shape 90"/>
        <p:cNvGrpSpPr/>
        <p:nvPr/>
      </p:nvGrpSpPr>
      <p:grpSpPr>
        <a:xfrm>
          <a:off x="0" y="0"/>
          <a:ext cx="0" cy="0"/>
          <a:chOff x="0" y="0"/>
          <a:chExt cx="0" cy="0"/>
        </a:xfrm>
      </p:grpSpPr>
      <p:sp>
        <p:nvSpPr>
          <p:cNvPr id="91" name="Google Shape;91;p19"/>
          <p:cNvSpPr txBox="1"/>
          <p:nvPr>
            <p:ph type="title"/>
          </p:nvPr>
        </p:nvSpPr>
        <p:spPr>
          <a:xfrm>
            <a:off x="457201" y="195263"/>
            <a:ext cx="8229600" cy="8574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solidFill>
                  <a:schemeClr val="dk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2" name="Google Shape;92;p19"/>
          <p:cNvSpPr txBox="1"/>
          <p:nvPr>
            <p:ph idx="1" type="body"/>
          </p:nvPr>
        </p:nvSpPr>
        <p:spPr>
          <a:xfrm>
            <a:off x="457200" y="1198960"/>
            <a:ext cx="4038600" cy="32586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700"/>
              </a:spcBef>
              <a:spcAft>
                <a:spcPts val="0"/>
              </a:spcAft>
              <a:buClr>
                <a:srgbClr val="000000"/>
              </a:buClr>
              <a:buSzPts val="1100"/>
              <a:buFont typeface="Arial"/>
              <a:buNone/>
              <a:defRPr b="0" i="0" sz="1500" u="none" cap="none" strike="noStrike">
                <a:solidFill>
                  <a:schemeClr val="dk1"/>
                </a:solidFill>
                <a:latin typeface="Arial"/>
                <a:ea typeface="Arial"/>
                <a:cs typeface="Arial"/>
                <a:sym typeface="Arial"/>
              </a:defRPr>
            </a:lvl1pPr>
            <a:lvl2pPr indent="-311150" lvl="1" marL="914400" marR="0" rtl="0" algn="l">
              <a:lnSpc>
                <a:spcPct val="100000"/>
              </a:lnSpc>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92100" lvl="3" marL="1828800" marR="0" rtl="0" algn="l">
              <a:lnSpc>
                <a:spcPct val="100000"/>
              </a:lnSpc>
              <a:spcBef>
                <a:spcPts val="300"/>
              </a:spcBef>
              <a:spcAft>
                <a:spcPts val="0"/>
              </a:spcAft>
              <a:buClr>
                <a:srgbClr val="003366"/>
              </a:buClr>
              <a:buSzPts val="1000"/>
              <a:buFont typeface="Merriweather Sans"/>
              <a:buChar char="–"/>
              <a:defRPr b="0" i="0" sz="1400" u="none" cap="none" strike="noStrike">
                <a:solidFill>
                  <a:srgbClr val="003366"/>
                </a:solidFill>
                <a:latin typeface="Arial"/>
                <a:ea typeface="Arial"/>
                <a:cs typeface="Arial"/>
                <a:sym typeface="Arial"/>
              </a:defRPr>
            </a:lvl4pPr>
            <a:lvl5pPr indent="-317500" lvl="4" marL="2286000" marR="0" rtl="0" algn="l">
              <a:lnSpc>
                <a:spcPct val="100000"/>
              </a:lnSpc>
              <a:spcBef>
                <a:spcPts val="300"/>
              </a:spcBef>
              <a:spcAft>
                <a:spcPts val="0"/>
              </a:spcAft>
              <a:buClr>
                <a:srgbClr val="003366"/>
              </a:buClr>
              <a:buSzPts val="1400"/>
              <a:buFont typeface="Arial"/>
              <a:buChar char="»"/>
              <a:defRPr b="0" i="0" sz="1400" u="none" cap="none" strike="noStrike">
                <a:solidFill>
                  <a:srgbClr val="003366"/>
                </a:solidFill>
                <a:latin typeface="Arial"/>
                <a:ea typeface="Arial"/>
                <a:cs typeface="Arial"/>
                <a:sym typeface="Arial"/>
              </a:defRPr>
            </a:lvl5pPr>
            <a:lvl6pPr indent="-317500" lvl="5" marL="2743200" marR="0" rtl="0" algn="l">
              <a:lnSpc>
                <a:spcPct val="100000"/>
              </a:lnSpc>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6pPr>
            <a:lvl7pPr indent="-317500" lvl="6" marL="3200400" marR="0" rtl="0" algn="l">
              <a:lnSpc>
                <a:spcPct val="100000"/>
              </a:lnSpc>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7pPr>
            <a:lvl8pPr indent="-317500" lvl="7" marL="3657600" marR="0" rtl="0" algn="l">
              <a:lnSpc>
                <a:spcPct val="100000"/>
              </a:lnSpc>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8pPr>
            <a:lvl9pPr indent="-317500" lvl="8" marL="4114800" marR="0" rtl="0" algn="l">
              <a:lnSpc>
                <a:spcPct val="100000"/>
              </a:lnSpc>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9pPr>
          </a:lstStyle>
          <a:p/>
        </p:txBody>
      </p:sp>
      <p:sp>
        <p:nvSpPr>
          <p:cNvPr id="93" name="Google Shape;93;p19"/>
          <p:cNvSpPr txBox="1"/>
          <p:nvPr>
            <p:ph idx="2" type="body"/>
          </p:nvPr>
        </p:nvSpPr>
        <p:spPr>
          <a:xfrm>
            <a:off x="4648200" y="1198960"/>
            <a:ext cx="4038600" cy="32586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700"/>
              </a:spcBef>
              <a:spcAft>
                <a:spcPts val="0"/>
              </a:spcAft>
              <a:buClr>
                <a:srgbClr val="000000"/>
              </a:buClr>
              <a:buSzPts val="1100"/>
              <a:buFont typeface="Arial"/>
              <a:buNone/>
              <a:defRPr b="0" i="0" sz="1500" u="none" cap="none" strike="noStrike">
                <a:solidFill>
                  <a:schemeClr val="dk1"/>
                </a:solidFill>
                <a:latin typeface="Arial"/>
                <a:ea typeface="Arial"/>
                <a:cs typeface="Arial"/>
                <a:sym typeface="Arial"/>
              </a:defRPr>
            </a:lvl1pPr>
            <a:lvl2pPr indent="-311150" lvl="1" marL="914400" marR="0" rtl="0" algn="l">
              <a:lnSpc>
                <a:spcPct val="100000"/>
              </a:lnSpc>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92100" lvl="3" marL="1828800" marR="0" rtl="0" algn="l">
              <a:lnSpc>
                <a:spcPct val="100000"/>
              </a:lnSpc>
              <a:spcBef>
                <a:spcPts val="300"/>
              </a:spcBef>
              <a:spcAft>
                <a:spcPts val="0"/>
              </a:spcAft>
              <a:buClr>
                <a:srgbClr val="003366"/>
              </a:buClr>
              <a:buSzPts val="1000"/>
              <a:buFont typeface="Merriweather Sans"/>
              <a:buChar char="–"/>
              <a:defRPr b="0" i="0" sz="1400" u="none" cap="none" strike="noStrike">
                <a:solidFill>
                  <a:srgbClr val="003366"/>
                </a:solidFill>
                <a:latin typeface="Arial"/>
                <a:ea typeface="Arial"/>
                <a:cs typeface="Arial"/>
                <a:sym typeface="Arial"/>
              </a:defRPr>
            </a:lvl4pPr>
            <a:lvl5pPr indent="-317500" lvl="4" marL="2286000" marR="0" rtl="0" algn="l">
              <a:lnSpc>
                <a:spcPct val="100000"/>
              </a:lnSpc>
              <a:spcBef>
                <a:spcPts val="300"/>
              </a:spcBef>
              <a:spcAft>
                <a:spcPts val="0"/>
              </a:spcAft>
              <a:buClr>
                <a:srgbClr val="003366"/>
              </a:buClr>
              <a:buSzPts val="1400"/>
              <a:buFont typeface="Arial"/>
              <a:buChar char="»"/>
              <a:defRPr b="0" i="0" sz="1400" u="none" cap="none" strike="noStrike">
                <a:solidFill>
                  <a:srgbClr val="003366"/>
                </a:solidFill>
                <a:latin typeface="Arial"/>
                <a:ea typeface="Arial"/>
                <a:cs typeface="Arial"/>
                <a:sym typeface="Arial"/>
              </a:defRPr>
            </a:lvl5pPr>
            <a:lvl6pPr indent="-317500" lvl="5" marL="2743200" marR="0" rtl="0" algn="l">
              <a:lnSpc>
                <a:spcPct val="100000"/>
              </a:lnSpc>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6pPr>
            <a:lvl7pPr indent="-317500" lvl="6" marL="3200400" marR="0" rtl="0" algn="l">
              <a:lnSpc>
                <a:spcPct val="100000"/>
              </a:lnSpc>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7pPr>
            <a:lvl8pPr indent="-317500" lvl="7" marL="3657600" marR="0" rtl="0" algn="l">
              <a:lnSpc>
                <a:spcPct val="100000"/>
              </a:lnSpc>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8pPr>
            <a:lvl9pPr indent="-317500" lvl="8" marL="4114800" marR="0" rtl="0" algn="l">
              <a:lnSpc>
                <a:spcPct val="100000"/>
              </a:lnSpc>
              <a:spcBef>
                <a:spcPts val="300"/>
              </a:spcBef>
              <a:spcAft>
                <a:spcPts val="0"/>
              </a:spcAft>
              <a:buClr>
                <a:srgbClr val="2C5993"/>
              </a:buClr>
              <a:buSzPts val="1400"/>
              <a:buFont typeface="Arial"/>
              <a:buChar char="»"/>
              <a:defRPr b="0" i="0" sz="1400" u="none" cap="none" strike="noStrike">
                <a:solidFill>
                  <a:srgbClr val="2C5993"/>
                </a:solidFill>
                <a:latin typeface="Arial"/>
                <a:ea typeface="Arial"/>
                <a:cs typeface="Arial"/>
                <a:sym typeface="Arial"/>
              </a:defRPr>
            </a:lvl9pPr>
          </a:lstStyle>
          <a:p/>
        </p:txBody>
      </p:sp>
      <p:sp>
        <p:nvSpPr>
          <p:cNvPr id="94" name="Google Shape;94;p19"/>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5" name="Google Shape;95;p19"/>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20"/>
          <p:cNvSpPr txBox="1"/>
          <p:nvPr>
            <p:ph type="title"/>
          </p:nvPr>
        </p:nvSpPr>
        <p:spPr>
          <a:xfrm>
            <a:off x="457201" y="195263"/>
            <a:ext cx="8229600" cy="8574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solidFill>
                  <a:srgbClr val="00395A"/>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8" name="Google Shape;98;p20"/>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9" name="Google Shape;99;p20"/>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0" name="Shape 100"/>
        <p:cNvGrpSpPr/>
        <p:nvPr/>
      </p:nvGrpSpPr>
      <p:grpSpPr>
        <a:xfrm>
          <a:off x="0" y="0"/>
          <a:ext cx="0" cy="0"/>
          <a:chOff x="0" y="0"/>
          <a:chExt cx="0" cy="0"/>
        </a:xfrm>
      </p:grpSpPr>
      <p:sp>
        <p:nvSpPr>
          <p:cNvPr id="101" name="Google Shape;101;p21"/>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2" name="Google Shape;102;p21"/>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3" name="Shape 103"/>
        <p:cNvGrpSpPr/>
        <p:nvPr/>
      </p:nvGrpSpPr>
      <p:grpSpPr>
        <a:xfrm>
          <a:off x="0" y="0"/>
          <a:ext cx="0" cy="0"/>
          <a:chOff x="0" y="0"/>
          <a:chExt cx="0" cy="0"/>
        </a:xfrm>
      </p:grpSpPr>
      <p:sp>
        <p:nvSpPr>
          <p:cNvPr id="104" name="Google Shape;104;p22"/>
          <p:cNvSpPr txBox="1"/>
          <p:nvPr>
            <p:ph type="title"/>
          </p:nvPr>
        </p:nvSpPr>
        <p:spPr>
          <a:xfrm>
            <a:off x="457201" y="204788"/>
            <a:ext cx="3008400" cy="871500"/>
          </a:xfrm>
          <a:prstGeom prst="rect">
            <a:avLst/>
          </a:prstGeom>
          <a:noFill/>
          <a:ln>
            <a:noFill/>
          </a:ln>
        </p:spPr>
        <p:txBody>
          <a:bodyPr anchorCtr="0" anchor="b" bIns="34275" lIns="68575" spcFirstLastPara="1" rIns="68575" wrap="square" tIns="34275">
            <a:noAutofit/>
          </a:bodyPr>
          <a:lstStyle>
            <a:lvl1pPr lvl="0" rtl="0" algn="l">
              <a:lnSpc>
                <a:spcPct val="100000"/>
              </a:lnSpc>
              <a:spcBef>
                <a:spcPts val="0"/>
              </a:spcBef>
              <a:spcAft>
                <a:spcPts val="0"/>
              </a:spcAft>
              <a:buSzPts val="1100"/>
              <a:buNone/>
              <a:defRPr b="1" sz="1500">
                <a:solidFill>
                  <a:schemeClr val="dk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5" name="Google Shape;105;p22"/>
          <p:cNvSpPr txBox="1"/>
          <p:nvPr>
            <p:ph idx="1" type="body"/>
          </p:nvPr>
        </p:nvSpPr>
        <p:spPr>
          <a:xfrm>
            <a:off x="3575050" y="204788"/>
            <a:ext cx="5111700" cy="42531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700"/>
              </a:spcBef>
              <a:spcAft>
                <a:spcPts val="0"/>
              </a:spcAft>
              <a:buClr>
                <a:srgbClr val="000000"/>
              </a:buClr>
              <a:buSzPts val="1100"/>
              <a:buFont typeface="Arial"/>
              <a:buNone/>
              <a:defRPr b="0" i="0" sz="1500" u="none" cap="none" strike="noStrike">
                <a:solidFill>
                  <a:schemeClr val="dk1"/>
                </a:solidFill>
                <a:latin typeface="Arial"/>
                <a:ea typeface="Arial"/>
                <a:cs typeface="Arial"/>
                <a:sym typeface="Arial"/>
              </a:defRPr>
            </a:lvl1pPr>
            <a:lvl2pPr indent="-311150" lvl="1" marL="914400" marR="0" rtl="0" algn="l">
              <a:lnSpc>
                <a:spcPct val="100000"/>
              </a:lnSpc>
              <a:spcBef>
                <a:spcPts val="400"/>
              </a:spcBef>
              <a:spcAft>
                <a:spcPts val="0"/>
              </a:spcAft>
              <a:buClr>
                <a:schemeClr val="dk1"/>
              </a:buClr>
              <a:buSzPts val="1300"/>
              <a:buFont typeface="Arial"/>
              <a:buChar char="–"/>
              <a:defRPr b="0" i="0" sz="1500" u="none" cap="none" strike="noStrike">
                <a:solidFill>
                  <a:schemeClr val="dk1"/>
                </a:solidFill>
                <a:latin typeface="Arial"/>
                <a:ea typeface="Arial"/>
                <a:cs typeface="Arial"/>
                <a:sym typeface="Arial"/>
              </a:defRPr>
            </a:lvl2pPr>
            <a:lvl3pPr indent="-298450" lvl="2" marL="1371600" marR="0" rtl="0" algn="l">
              <a:lnSpc>
                <a:spcPct val="100000"/>
              </a:lnSpc>
              <a:spcBef>
                <a:spcPts val="300"/>
              </a:spcBef>
              <a:spcAft>
                <a:spcPts val="0"/>
              </a:spcAft>
              <a:buClr>
                <a:schemeClr val="dk1"/>
              </a:buClr>
              <a:buSzPts val="1100"/>
              <a:buFont typeface="Merriweather Sans"/>
              <a:buChar char="–"/>
              <a:defRPr b="0" i="0" sz="1500" u="none" cap="none" strike="noStrike">
                <a:solidFill>
                  <a:schemeClr val="dk1"/>
                </a:solidFill>
                <a:latin typeface="Arial"/>
                <a:ea typeface="Arial"/>
                <a:cs typeface="Arial"/>
                <a:sym typeface="Arial"/>
              </a:defRPr>
            </a:lvl3pPr>
            <a:lvl4pPr indent="-298450" lvl="3" marL="1828800" marR="0" rtl="0" algn="l">
              <a:lnSpc>
                <a:spcPct val="100000"/>
              </a:lnSpc>
              <a:spcBef>
                <a:spcPts val="300"/>
              </a:spcBef>
              <a:spcAft>
                <a:spcPts val="0"/>
              </a:spcAft>
              <a:buClr>
                <a:srgbClr val="003366"/>
              </a:buClr>
              <a:buSzPts val="1100"/>
              <a:buFont typeface="Merriweather Sans"/>
              <a:buChar char="–"/>
              <a:defRPr b="0" i="0" sz="1500" u="none" cap="none" strike="noStrike">
                <a:solidFill>
                  <a:srgbClr val="003366"/>
                </a:solidFill>
                <a:latin typeface="Arial"/>
                <a:ea typeface="Arial"/>
                <a:cs typeface="Arial"/>
                <a:sym typeface="Arial"/>
              </a:defRPr>
            </a:lvl4pPr>
            <a:lvl5pPr indent="-323850" lvl="4" marL="2286000" marR="0" rtl="0" algn="l">
              <a:lnSpc>
                <a:spcPct val="100000"/>
              </a:lnSpc>
              <a:spcBef>
                <a:spcPts val="300"/>
              </a:spcBef>
              <a:spcAft>
                <a:spcPts val="0"/>
              </a:spcAft>
              <a:buClr>
                <a:srgbClr val="003366"/>
              </a:buClr>
              <a:buSzPts val="1500"/>
              <a:buFont typeface="Arial"/>
              <a:buChar char="»"/>
              <a:defRPr b="0" i="0" sz="1500" u="none" cap="none" strike="noStrike">
                <a:solidFill>
                  <a:srgbClr val="003366"/>
                </a:solidFill>
                <a:latin typeface="Arial"/>
                <a:ea typeface="Arial"/>
                <a:cs typeface="Arial"/>
                <a:sym typeface="Arial"/>
              </a:defRPr>
            </a:lvl5pPr>
            <a:lvl6pPr indent="-323850" lvl="5" marL="2743200" marR="0" rtl="0" algn="l">
              <a:lnSpc>
                <a:spcPct val="100000"/>
              </a:lnSpc>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6pPr>
            <a:lvl7pPr indent="-323850" lvl="6" marL="3200400" marR="0" rtl="0" algn="l">
              <a:lnSpc>
                <a:spcPct val="100000"/>
              </a:lnSpc>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7pPr>
            <a:lvl8pPr indent="-323850" lvl="7" marL="3657600" marR="0" rtl="0" algn="l">
              <a:lnSpc>
                <a:spcPct val="100000"/>
              </a:lnSpc>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8pPr>
            <a:lvl9pPr indent="-323850" lvl="8" marL="4114800" marR="0" rtl="0" algn="l">
              <a:lnSpc>
                <a:spcPct val="100000"/>
              </a:lnSpc>
              <a:spcBef>
                <a:spcPts val="300"/>
              </a:spcBef>
              <a:spcAft>
                <a:spcPts val="0"/>
              </a:spcAft>
              <a:buClr>
                <a:srgbClr val="2C5993"/>
              </a:buClr>
              <a:buSzPts val="1500"/>
              <a:buFont typeface="Arial"/>
              <a:buChar char="»"/>
              <a:defRPr b="0" i="0" sz="1500" u="none" cap="none" strike="noStrike">
                <a:solidFill>
                  <a:srgbClr val="2C5993"/>
                </a:solidFill>
                <a:latin typeface="Arial"/>
                <a:ea typeface="Arial"/>
                <a:cs typeface="Arial"/>
                <a:sym typeface="Arial"/>
              </a:defRPr>
            </a:lvl9pPr>
          </a:lstStyle>
          <a:p/>
        </p:txBody>
      </p:sp>
      <p:sp>
        <p:nvSpPr>
          <p:cNvPr id="106" name="Google Shape;106;p22"/>
          <p:cNvSpPr txBox="1"/>
          <p:nvPr>
            <p:ph idx="2" type="body"/>
          </p:nvPr>
        </p:nvSpPr>
        <p:spPr>
          <a:xfrm>
            <a:off x="457201" y="1076326"/>
            <a:ext cx="3008400" cy="33813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7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400"/>
              </a:spcBef>
              <a:spcAft>
                <a:spcPts val="0"/>
              </a:spcAft>
              <a:buClr>
                <a:srgbClr val="003366"/>
              </a:buClr>
              <a:buSzPts val="800"/>
              <a:buFont typeface="Arial"/>
              <a:buNone/>
              <a:defRPr b="0" i="0" sz="900" u="none" cap="none" strike="noStrike">
                <a:solidFill>
                  <a:srgbClr val="003366"/>
                </a:solidFill>
                <a:latin typeface="Arial"/>
                <a:ea typeface="Arial"/>
                <a:cs typeface="Arial"/>
                <a:sym typeface="Arial"/>
              </a:defRPr>
            </a:lvl2pPr>
            <a:lvl3pPr indent="-228600" lvl="2" marL="1371600" marR="0" rtl="0" algn="l">
              <a:lnSpc>
                <a:spcPct val="100000"/>
              </a:lnSpc>
              <a:spcBef>
                <a:spcPts val="300"/>
              </a:spcBef>
              <a:spcAft>
                <a:spcPts val="0"/>
              </a:spcAft>
              <a:buClr>
                <a:srgbClr val="003366"/>
              </a:buClr>
              <a:buSzPts val="600"/>
              <a:buFont typeface="Merriweather Sans"/>
              <a:buNone/>
              <a:defRPr b="0" i="0" sz="800" u="none" cap="none" strike="noStrike">
                <a:solidFill>
                  <a:srgbClr val="003366"/>
                </a:solidFill>
                <a:latin typeface="Arial"/>
                <a:ea typeface="Arial"/>
                <a:cs typeface="Arial"/>
                <a:sym typeface="Arial"/>
              </a:defRPr>
            </a:lvl3pPr>
            <a:lvl4pPr indent="-228600" lvl="3" marL="1828800" marR="0" rtl="0" algn="l">
              <a:lnSpc>
                <a:spcPct val="100000"/>
              </a:lnSpc>
              <a:spcBef>
                <a:spcPts val="100"/>
              </a:spcBef>
              <a:spcAft>
                <a:spcPts val="0"/>
              </a:spcAft>
              <a:buClr>
                <a:srgbClr val="003366"/>
              </a:buClr>
              <a:buSzPts val="500"/>
              <a:buFont typeface="Merriweather Sans"/>
              <a:buNone/>
              <a:defRPr b="0" i="0" sz="700" u="none" cap="none" strike="noStrike">
                <a:solidFill>
                  <a:srgbClr val="003366"/>
                </a:solidFill>
                <a:latin typeface="Arial"/>
                <a:ea typeface="Arial"/>
                <a:cs typeface="Arial"/>
                <a:sym typeface="Arial"/>
              </a:defRPr>
            </a:lvl4pPr>
            <a:lvl5pPr indent="-228600" lvl="4" marL="2286000" marR="0" rtl="0" algn="l">
              <a:lnSpc>
                <a:spcPct val="100000"/>
              </a:lnSpc>
              <a:spcBef>
                <a:spcPts val="100"/>
              </a:spcBef>
              <a:spcAft>
                <a:spcPts val="0"/>
              </a:spcAft>
              <a:buClr>
                <a:srgbClr val="003366"/>
              </a:buClr>
              <a:buSzPts val="700"/>
              <a:buFont typeface="Arial"/>
              <a:buNone/>
              <a:defRPr b="0" i="0" sz="700" u="none" cap="none" strike="noStrike">
                <a:solidFill>
                  <a:srgbClr val="003366"/>
                </a:solidFill>
                <a:latin typeface="Arial"/>
                <a:ea typeface="Arial"/>
                <a:cs typeface="Arial"/>
                <a:sym typeface="Arial"/>
              </a:defRPr>
            </a:lvl5pPr>
            <a:lvl6pPr indent="-228600" lvl="5" marL="2743200" marR="0" rtl="0" algn="l">
              <a:lnSpc>
                <a:spcPct val="100000"/>
              </a:lnSpc>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6pPr>
            <a:lvl7pPr indent="-228600" lvl="6" marL="3200400" marR="0" rtl="0" algn="l">
              <a:lnSpc>
                <a:spcPct val="100000"/>
              </a:lnSpc>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7pPr>
            <a:lvl8pPr indent="-228600" lvl="7" marL="3657600" marR="0" rtl="0" algn="l">
              <a:lnSpc>
                <a:spcPct val="100000"/>
              </a:lnSpc>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8pPr>
            <a:lvl9pPr indent="-228600" lvl="8" marL="4114800" marR="0" rtl="0" algn="l">
              <a:lnSpc>
                <a:spcPct val="100000"/>
              </a:lnSpc>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9pPr>
          </a:lstStyle>
          <a:p/>
        </p:txBody>
      </p:sp>
      <p:sp>
        <p:nvSpPr>
          <p:cNvPr id="107" name="Google Shape;107;p22"/>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8" name="Google Shape;108;p22"/>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 name="Shape 109"/>
        <p:cNvGrpSpPr/>
        <p:nvPr/>
      </p:nvGrpSpPr>
      <p:grpSpPr>
        <a:xfrm>
          <a:off x="0" y="0"/>
          <a:ext cx="0" cy="0"/>
          <a:chOff x="0" y="0"/>
          <a:chExt cx="0" cy="0"/>
        </a:xfrm>
      </p:grpSpPr>
      <p:sp>
        <p:nvSpPr>
          <p:cNvPr id="110" name="Google Shape;110;p23"/>
          <p:cNvSpPr txBox="1"/>
          <p:nvPr>
            <p:ph type="title"/>
          </p:nvPr>
        </p:nvSpPr>
        <p:spPr>
          <a:xfrm>
            <a:off x="1792288" y="3600450"/>
            <a:ext cx="5486400" cy="425100"/>
          </a:xfrm>
          <a:prstGeom prst="rect">
            <a:avLst/>
          </a:prstGeom>
          <a:noFill/>
          <a:ln>
            <a:noFill/>
          </a:ln>
        </p:spPr>
        <p:txBody>
          <a:bodyPr anchorCtr="0" anchor="b" bIns="34275" lIns="68575" spcFirstLastPara="1" rIns="68575" wrap="square" tIns="34275">
            <a:noAutofit/>
          </a:bodyPr>
          <a:lstStyle>
            <a:lvl1pPr lvl="0" rtl="0" algn="l">
              <a:lnSpc>
                <a:spcPct val="100000"/>
              </a:lnSpc>
              <a:spcBef>
                <a:spcPts val="0"/>
              </a:spcBef>
              <a:spcAft>
                <a:spcPts val="0"/>
              </a:spcAft>
              <a:buSzPts val="1100"/>
              <a:buNone/>
              <a:defRPr b="1" sz="1500">
                <a:solidFill>
                  <a:schemeClr val="dk1"/>
                </a:solidFil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1" name="Google Shape;111;p23"/>
          <p:cNvSpPr/>
          <p:nvPr>
            <p:ph idx="2" type="pic"/>
          </p:nvPr>
        </p:nvSpPr>
        <p:spPr>
          <a:xfrm>
            <a:off x="1792288" y="459581"/>
            <a:ext cx="5486400" cy="30861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7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400"/>
              </a:spcBef>
              <a:spcAft>
                <a:spcPts val="0"/>
              </a:spcAft>
              <a:buClr>
                <a:srgbClr val="003366"/>
              </a:buClr>
              <a:buSzPts val="1800"/>
              <a:buFont typeface="Arial"/>
              <a:buNone/>
              <a:defRPr b="0" i="0" sz="2100" u="none" cap="none" strike="noStrike">
                <a:solidFill>
                  <a:srgbClr val="003366"/>
                </a:solidFill>
                <a:latin typeface="Arial"/>
                <a:ea typeface="Arial"/>
                <a:cs typeface="Arial"/>
                <a:sym typeface="Arial"/>
              </a:defRPr>
            </a:lvl2pPr>
            <a:lvl3pPr lvl="2" marR="0" rtl="0" algn="l">
              <a:lnSpc>
                <a:spcPct val="100000"/>
              </a:lnSpc>
              <a:spcBef>
                <a:spcPts val="300"/>
              </a:spcBef>
              <a:spcAft>
                <a:spcPts val="0"/>
              </a:spcAft>
              <a:buClr>
                <a:srgbClr val="003366"/>
              </a:buClr>
              <a:buSzPts val="1400"/>
              <a:buFont typeface="Merriweather Sans"/>
              <a:buNone/>
              <a:defRPr b="0" i="0" sz="1800" u="none" cap="none" strike="noStrike">
                <a:solidFill>
                  <a:srgbClr val="003366"/>
                </a:solidFill>
                <a:latin typeface="Arial"/>
                <a:ea typeface="Arial"/>
                <a:cs typeface="Arial"/>
                <a:sym typeface="Arial"/>
              </a:defRPr>
            </a:lvl3pPr>
            <a:lvl4pPr lvl="3" marR="0" rtl="0" algn="l">
              <a:lnSpc>
                <a:spcPct val="100000"/>
              </a:lnSpc>
              <a:spcBef>
                <a:spcPts val="300"/>
              </a:spcBef>
              <a:spcAft>
                <a:spcPts val="0"/>
              </a:spcAft>
              <a:buClr>
                <a:srgbClr val="003366"/>
              </a:buClr>
              <a:buSzPts val="1100"/>
              <a:buFont typeface="Merriweather Sans"/>
              <a:buNone/>
              <a:defRPr b="0" i="0" sz="1500" u="none" cap="none" strike="noStrike">
                <a:solidFill>
                  <a:srgbClr val="003366"/>
                </a:solidFill>
                <a:latin typeface="Arial"/>
                <a:ea typeface="Arial"/>
                <a:cs typeface="Arial"/>
                <a:sym typeface="Arial"/>
              </a:defRPr>
            </a:lvl4pPr>
            <a:lvl5pPr lvl="4" marR="0" rtl="0" algn="l">
              <a:lnSpc>
                <a:spcPct val="100000"/>
              </a:lnSpc>
              <a:spcBef>
                <a:spcPts val="300"/>
              </a:spcBef>
              <a:spcAft>
                <a:spcPts val="0"/>
              </a:spcAft>
              <a:buClr>
                <a:srgbClr val="003366"/>
              </a:buClr>
              <a:buSzPts val="1500"/>
              <a:buFont typeface="Arial"/>
              <a:buNone/>
              <a:defRPr b="0" i="0" sz="1500" u="none" cap="none" strike="noStrike">
                <a:solidFill>
                  <a:srgbClr val="003366"/>
                </a:solidFill>
                <a:latin typeface="Arial"/>
                <a:ea typeface="Arial"/>
                <a:cs typeface="Arial"/>
                <a:sym typeface="Arial"/>
              </a:defRPr>
            </a:lvl5pPr>
            <a:lvl6pPr lvl="5" marR="0" rtl="0" algn="l">
              <a:lnSpc>
                <a:spcPct val="100000"/>
              </a:lnSpc>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6pPr>
            <a:lvl7pPr lvl="6" marR="0" rtl="0" algn="l">
              <a:lnSpc>
                <a:spcPct val="100000"/>
              </a:lnSpc>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7pPr>
            <a:lvl8pPr lvl="7" marR="0" rtl="0" algn="l">
              <a:lnSpc>
                <a:spcPct val="100000"/>
              </a:lnSpc>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8pPr>
            <a:lvl9pPr lvl="8" marR="0" rtl="0" algn="l">
              <a:lnSpc>
                <a:spcPct val="100000"/>
              </a:lnSpc>
              <a:spcBef>
                <a:spcPts val="300"/>
              </a:spcBef>
              <a:spcAft>
                <a:spcPts val="0"/>
              </a:spcAft>
              <a:buClr>
                <a:srgbClr val="2C5993"/>
              </a:buClr>
              <a:buSzPts val="1500"/>
              <a:buFont typeface="Arial"/>
              <a:buNone/>
              <a:defRPr b="0" i="0" sz="1500" u="none" cap="none" strike="noStrike">
                <a:solidFill>
                  <a:srgbClr val="2C5993"/>
                </a:solidFill>
                <a:latin typeface="Arial"/>
                <a:ea typeface="Arial"/>
                <a:cs typeface="Arial"/>
                <a:sym typeface="Arial"/>
              </a:defRPr>
            </a:lvl9pPr>
          </a:lstStyle>
          <a:p/>
        </p:txBody>
      </p:sp>
      <p:sp>
        <p:nvSpPr>
          <p:cNvPr id="112" name="Google Shape;112;p23"/>
          <p:cNvSpPr txBox="1"/>
          <p:nvPr>
            <p:ph idx="1" type="body"/>
          </p:nvPr>
        </p:nvSpPr>
        <p:spPr>
          <a:xfrm>
            <a:off x="1792288" y="4025503"/>
            <a:ext cx="5486400" cy="4323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7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400"/>
              </a:spcBef>
              <a:spcAft>
                <a:spcPts val="0"/>
              </a:spcAft>
              <a:buClr>
                <a:srgbClr val="003366"/>
              </a:buClr>
              <a:buSzPts val="800"/>
              <a:buFont typeface="Arial"/>
              <a:buNone/>
              <a:defRPr b="0" i="0" sz="900" u="none" cap="none" strike="noStrike">
                <a:solidFill>
                  <a:srgbClr val="003366"/>
                </a:solidFill>
                <a:latin typeface="Arial"/>
                <a:ea typeface="Arial"/>
                <a:cs typeface="Arial"/>
                <a:sym typeface="Arial"/>
              </a:defRPr>
            </a:lvl2pPr>
            <a:lvl3pPr indent="-228600" lvl="2" marL="1371600" marR="0" rtl="0" algn="l">
              <a:lnSpc>
                <a:spcPct val="100000"/>
              </a:lnSpc>
              <a:spcBef>
                <a:spcPts val="300"/>
              </a:spcBef>
              <a:spcAft>
                <a:spcPts val="0"/>
              </a:spcAft>
              <a:buClr>
                <a:srgbClr val="003366"/>
              </a:buClr>
              <a:buSzPts val="600"/>
              <a:buFont typeface="Merriweather Sans"/>
              <a:buNone/>
              <a:defRPr b="0" i="0" sz="800" u="none" cap="none" strike="noStrike">
                <a:solidFill>
                  <a:srgbClr val="003366"/>
                </a:solidFill>
                <a:latin typeface="Arial"/>
                <a:ea typeface="Arial"/>
                <a:cs typeface="Arial"/>
                <a:sym typeface="Arial"/>
              </a:defRPr>
            </a:lvl3pPr>
            <a:lvl4pPr indent="-228600" lvl="3" marL="1828800" marR="0" rtl="0" algn="l">
              <a:lnSpc>
                <a:spcPct val="100000"/>
              </a:lnSpc>
              <a:spcBef>
                <a:spcPts val="100"/>
              </a:spcBef>
              <a:spcAft>
                <a:spcPts val="0"/>
              </a:spcAft>
              <a:buClr>
                <a:srgbClr val="003366"/>
              </a:buClr>
              <a:buSzPts val="500"/>
              <a:buFont typeface="Merriweather Sans"/>
              <a:buNone/>
              <a:defRPr b="0" i="0" sz="700" u="none" cap="none" strike="noStrike">
                <a:solidFill>
                  <a:srgbClr val="003366"/>
                </a:solidFill>
                <a:latin typeface="Arial"/>
                <a:ea typeface="Arial"/>
                <a:cs typeface="Arial"/>
                <a:sym typeface="Arial"/>
              </a:defRPr>
            </a:lvl4pPr>
            <a:lvl5pPr indent="-228600" lvl="4" marL="2286000" marR="0" rtl="0" algn="l">
              <a:lnSpc>
                <a:spcPct val="100000"/>
              </a:lnSpc>
              <a:spcBef>
                <a:spcPts val="100"/>
              </a:spcBef>
              <a:spcAft>
                <a:spcPts val="0"/>
              </a:spcAft>
              <a:buClr>
                <a:srgbClr val="003366"/>
              </a:buClr>
              <a:buSzPts val="700"/>
              <a:buFont typeface="Arial"/>
              <a:buNone/>
              <a:defRPr b="0" i="0" sz="700" u="none" cap="none" strike="noStrike">
                <a:solidFill>
                  <a:srgbClr val="003366"/>
                </a:solidFill>
                <a:latin typeface="Arial"/>
                <a:ea typeface="Arial"/>
                <a:cs typeface="Arial"/>
                <a:sym typeface="Arial"/>
              </a:defRPr>
            </a:lvl5pPr>
            <a:lvl6pPr indent="-228600" lvl="5" marL="2743200" marR="0" rtl="0" algn="l">
              <a:lnSpc>
                <a:spcPct val="100000"/>
              </a:lnSpc>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6pPr>
            <a:lvl7pPr indent="-228600" lvl="6" marL="3200400" marR="0" rtl="0" algn="l">
              <a:lnSpc>
                <a:spcPct val="100000"/>
              </a:lnSpc>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7pPr>
            <a:lvl8pPr indent="-228600" lvl="7" marL="3657600" marR="0" rtl="0" algn="l">
              <a:lnSpc>
                <a:spcPct val="100000"/>
              </a:lnSpc>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8pPr>
            <a:lvl9pPr indent="-228600" lvl="8" marL="4114800" marR="0" rtl="0" algn="l">
              <a:lnSpc>
                <a:spcPct val="100000"/>
              </a:lnSpc>
              <a:spcBef>
                <a:spcPts val="100"/>
              </a:spcBef>
              <a:spcAft>
                <a:spcPts val="0"/>
              </a:spcAft>
              <a:buClr>
                <a:srgbClr val="2C5993"/>
              </a:buClr>
              <a:buSzPts val="700"/>
              <a:buFont typeface="Arial"/>
              <a:buNone/>
              <a:defRPr b="0" i="0" sz="700" u="none" cap="none" strike="noStrike">
                <a:solidFill>
                  <a:srgbClr val="2C5993"/>
                </a:solidFill>
                <a:latin typeface="Arial"/>
                <a:ea typeface="Arial"/>
                <a:cs typeface="Arial"/>
                <a:sym typeface="Arial"/>
              </a:defRPr>
            </a:lvl9pPr>
          </a:lstStyle>
          <a:p/>
        </p:txBody>
      </p:sp>
      <p:sp>
        <p:nvSpPr>
          <p:cNvPr id="113" name="Google Shape;113;p23"/>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4" name="Google Shape;114;p23"/>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5" name="Shape 115"/>
        <p:cNvGrpSpPr/>
        <p:nvPr/>
      </p:nvGrpSpPr>
      <p:grpSpPr>
        <a:xfrm>
          <a:off x="0" y="0"/>
          <a:ext cx="0" cy="0"/>
          <a:chOff x="0" y="0"/>
          <a:chExt cx="0" cy="0"/>
        </a:xfrm>
      </p:grpSpPr>
      <p:sp>
        <p:nvSpPr>
          <p:cNvPr id="116" name="Google Shape;116;p24"/>
          <p:cNvSpPr txBox="1"/>
          <p:nvPr>
            <p:ph type="title"/>
          </p:nvPr>
        </p:nvSpPr>
        <p:spPr>
          <a:xfrm>
            <a:off x="311700" y="292850"/>
            <a:ext cx="8520600" cy="801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4"/>
          <p:cNvSpPr txBox="1"/>
          <p:nvPr>
            <p:ph idx="1" type="body"/>
          </p:nvPr>
        </p:nvSpPr>
        <p:spPr>
          <a:xfrm>
            <a:off x="311700" y="1228675"/>
            <a:ext cx="8520600" cy="3340200"/>
          </a:xfrm>
          <a:prstGeom prst="rect">
            <a:avLst/>
          </a:prstGeom>
          <a:noFill/>
          <a:ln>
            <a:noFill/>
          </a:ln>
        </p:spPr>
        <p:txBody>
          <a:bodyPr anchorCtr="0" anchor="ctr" bIns="91425" lIns="91425" spcFirstLastPara="1" rIns="91425" wrap="square" tIns="91425">
            <a:noAutofit/>
          </a:bodyPr>
          <a:lstStyle>
            <a:lvl1pPr indent="-317500" lvl="0" marL="457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118" name="Google Shape;118;p24"/>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450"/>
              <a:buFont typeface="Arial"/>
              <a:buNone/>
              <a:defRPr b="0" i="0" sz="450" u="none" cap="none" strike="noStrike">
                <a:solidFill>
                  <a:srgbClr val="898989"/>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450"/>
              <a:buFont typeface="Arial"/>
              <a:buNone/>
              <a:defRPr b="0" i="0" sz="450" u="none" cap="none" strike="noStrike">
                <a:solidFill>
                  <a:srgbClr val="898989"/>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450"/>
              <a:buFont typeface="Arial"/>
              <a:buNone/>
              <a:defRPr b="0" i="0" sz="450" u="none" cap="none" strike="noStrike">
                <a:solidFill>
                  <a:srgbClr val="898989"/>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450"/>
              <a:buFont typeface="Arial"/>
              <a:buNone/>
              <a:defRPr b="0" i="0" sz="450" u="none" cap="none" strike="noStrike">
                <a:solidFill>
                  <a:srgbClr val="898989"/>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450"/>
              <a:buFont typeface="Arial"/>
              <a:buNone/>
              <a:defRPr b="0" i="0" sz="450" u="none" cap="none" strike="noStrike">
                <a:solidFill>
                  <a:srgbClr val="898989"/>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450"/>
              <a:buFont typeface="Arial"/>
              <a:buNone/>
              <a:defRPr b="0" i="0" sz="450" u="none" cap="none" strike="noStrike">
                <a:solidFill>
                  <a:srgbClr val="898989"/>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450"/>
              <a:buFont typeface="Arial"/>
              <a:buNone/>
              <a:defRPr b="0" i="0" sz="450" u="none" cap="none" strike="noStrike">
                <a:solidFill>
                  <a:srgbClr val="898989"/>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450"/>
              <a:buFont typeface="Arial"/>
              <a:buNone/>
              <a:defRPr b="0" i="0" sz="450" u="none" cap="none" strike="noStrike">
                <a:solidFill>
                  <a:srgbClr val="898989"/>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450"/>
              <a:buFont typeface="Arial"/>
              <a:buNone/>
              <a:defRPr b="0" i="0" sz="45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1" y="195263"/>
            <a:ext cx="8229600" cy="8574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1"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1" i="0" sz="2400" u="none" cap="none" strike="noStrike">
                <a:solidFill>
                  <a:srgbClr val="003366"/>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1" i="0" sz="2400" u="none" cap="none" strike="noStrike">
                <a:solidFill>
                  <a:srgbClr val="003366"/>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1" i="0" sz="2400" u="none" cap="none" strike="noStrike">
                <a:solidFill>
                  <a:srgbClr val="003366"/>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1" i="0" sz="2400" u="none" cap="none" strike="noStrike">
                <a:solidFill>
                  <a:srgbClr val="003366"/>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1" i="0" sz="2400" u="none" cap="none" strike="noStrike">
                <a:solidFill>
                  <a:srgbClr val="2C5993"/>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1" i="0" sz="2400" u="none" cap="none" strike="noStrike">
                <a:solidFill>
                  <a:srgbClr val="2C5993"/>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1" i="0" sz="2400" u="none" cap="none" strike="noStrike">
                <a:solidFill>
                  <a:srgbClr val="2C5993"/>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1" i="0" sz="2400" u="none" cap="none" strike="noStrike">
                <a:solidFill>
                  <a:srgbClr val="2C5993"/>
                </a:solidFill>
                <a:latin typeface="Arial"/>
                <a:ea typeface="Arial"/>
                <a:cs typeface="Arial"/>
                <a:sym typeface="Arial"/>
              </a:defRPr>
            </a:lvl9pPr>
          </a:lstStyle>
          <a:p/>
        </p:txBody>
      </p:sp>
      <p:cxnSp>
        <p:nvCxnSpPr>
          <p:cNvPr id="52" name="Google Shape;52;p13"/>
          <p:cNvCxnSpPr/>
          <p:nvPr/>
        </p:nvCxnSpPr>
        <p:spPr>
          <a:xfrm>
            <a:off x="0" y="4611001"/>
            <a:ext cx="9144000" cy="1200"/>
          </a:xfrm>
          <a:prstGeom prst="straightConnector1">
            <a:avLst/>
          </a:prstGeom>
          <a:noFill/>
          <a:ln cap="flat" cmpd="sng" w="9525">
            <a:solidFill>
              <a:srgbClr val="00395A"/>
            </a:solidFill>
            <a:prstDash val="dot"/>
            <a:round/>
            <a:headEnd len="sm" w="sm" type="none"/>
            <a:tailEnd len="sm" w="sm" type="none"/>
          </a:ln>
        </p:spPr>
      </p:cxnSp>
      <p:sp>
        <p:nvSpPr>
          <p:cNvPr id="53" name="Google Shape;53;p13"/>
          <p:cNvSpPr txBox="1"/>
          <p:nvPr>
            <p:ph idx="11" type="ftr"/>
          </p:nvPr>
        </p:nvSpPr>
        <p:spPr>
          <a:xfrm>
            <a:off x="457201" y="4806409"/>
            <a:ext cx="3761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5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800" u="none" cap="none" strike="noStrike">
                <a:solidFill>
                  <a:schemeClr val="dk1"/>
                </a:solidFill>
                <a:latin typeface="Arial"/>
                <a:ea typeface="Arial"/>
                <a:cs typeface="Arial"/>
                <a:sym typeface="Arial"/>
              </a:defRPr>
            </a:lvl9pPr>
          </a:lstStyle>
          <a:p/>
        </p:txBody>
      </p:sp>
      <p:sp>
        <p:nvSpPr>
          <p:cNvPr id="54" name="Google Shape;54;p13"/>
          <p:cNvSpPr txBox="1"/>
          <p:nvPr>
            <p:ph idx="12" type="sldNum"/>
          </p:nvPr>
        </p:nvSpPr>
        <p:spPr>
          <a:xfrm>
            <a:off x="4236031" y="4806409"/>
            <a:ext cx="678300" cy="2739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500"/>
              <a:buFont typeface="Arial"/>
              <a:buNone/>
              <a:defRPr b="0" i="0" sz="500" u="none" cap="none" strike="noStrike">
                <a:solidFill>
                  <a:srgbClr val="89898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descr="A close up of a sign&#10;&#10;Description automatically generated" id="55" name="Google Shape;55;p13"/>
          <p:cNvPicPr preferRelativeResize="0"/>
          <p:nvPr/>
        </p:nvPicPr>
        <p:blipFill rotWithShape="1">
          <a:blip r:embed="rId1">
            <a:alphaModFix/>
          </a:blip>
          <a:srcRect b="0" l="0" r="0" t="0"/>
          <a:stretch/>
        </p:blipFill>
        <p:spPr>
          <a:xfrm>
            <a:off x="8393606" y="4711158"/>
            <a:ext cx="267462" cy="3429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hyperlink" Target="https://www.acs.org/education/resources/undergraduate/chemistryincontext/interactives/portable-electronics/creation-gorilla-glas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0.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s://tanthiamhuat.files.wordpress.com/2018/03/deeplearningwithpython.pdf" TargetMode="Externa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hyperlink" Target="http://www.youtube.com/watch?v=tJQSyzBUAew" TargetMode="External"/><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10.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10.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hyperlink" Target="https://carpentries-incubator.github.io/machine-learning-novice-sklearn/" TargetMode="External"/><Relationship Id="rId4" Type="http://schemas.openxmlformats.org/officeDocument/2006/relationships/hyperlink" Target="https://cloud.google.com/discover/" TargetMode="External"/><Relationship Id="rId5" Type="http://schemas.openxmlformats.org/officeDocument/2006/relationships/hyperlink" Target="https://scikit-learn.org/stable/user_guide.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457201" y="2143125"/>
            <a:ext cx="8229600" cy="857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4400">
                <a:solidFill>
                  <a:schemeClr val="lt1"/>
                </a:solidFill>
                <a:latin typeface="Tahoma"/>
                <a:ea typeface="Tahoma"/>
                <a:cs typeface="Tahoma"/>
                <a:sym typeface="Tahoma"/>
              </a:rPr>
              <a:t>Cell Phone Design Challenge</a:t>
            </a:r>
            <a:endParaRPr sz="4400">
              <a:solidFill>
                <a:schemeClr val="lt1"/>
              </a:solidFill>
              <a:latin typeface="Tahoma"/>
              <a:ea typeface="Tahoma"/>
              <a:cs typeface="Tahoma"/>
              <a:sym typeface="Tahoma"/>
            </a:endParaRPr>
          </a:p>
        </p:txBody>
      </p:sp>
      <p:sp>
        <p:nvSpPr>
          <p:cNvPr id="125" name="Google Shape;125;p25"/>
          <p:cNvSpPr txBox="1"/>
          <p:nvPr>
            <p:ph idx="12" type="sldNum"/>
          </p:nvPr>
        </p:nvSpPr>
        <p:spPr>
          <a:xfrm>
            <a:off x="4236031" y="4806409"/>
            <a:ext cx="678300" cy="2739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p:nvPr/>
        </p:nvSpPr>
        <p:spPr>
          <a:xfrm>
            <a:off x="451650" y="235825"/>
            <a:ext cx="8229600" cy="1039800"/>
          </a:xfrm>
          <a:prstGeom prst="roundRect">
            <a:avLst>
              <a:gd fmla="val 16667" name="adj"/>
            </a:avLst>
          </a:prstGeom>
          <a:solidFill>
            <a:srgbClr val="37415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solidFill>
                  <a:schemeClr val="lt1"/>
                </a:solidFill>
              </a:rPr>
              <a:t>Materials Science</a:t>
            </a:r>
            <a:endParaRPr sz="3600">
              <a:solidFill>
                <a:schemeClr val="lt1"/>
              </a:solidFill>
            </a:endParaRPr>
          </a:p>
        </p:txBody>
      </p:sp>
      <p:sp>
        <p:nvSpPr>
          <p:cNvPr id="131" name="Google Shape;131;p26"/>
          <p:cNvSpPr/>
          <p:nvPr/>
        </p:nvSpPr>
        <p:spPr>
          <a:xfrm>
            <a:off x="451650" y="1394725"/>
            <a:ext cx="2651700" cy="3520800"/>
          </a:xfrm>
          <a:prstGeom prst="roundRect">
            <a:avLst>
              <a:gd fmla="val 16667" name="adj"/>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lt1"/>
                </a:solidFill>
              </a:rPr>
              <a:t>Physics</a:t>
            </a:r>
            <a:endParaRPr sz="2800">
              <a:solidFill>
                <a:schemeClr val="lt1"/>
              </a:solidFill>
            </a:endParaRPr>
          </a:p>
          <a:p>
            <a:pPr indent="0" lvl="0" marL="0" rtl="0" algn="ctr">
              <a:spcBef>
                <a:spcPts val="0"/>
              </a:spcBef>
              <a:spcAft>
                <a:spcPts val="0"/>
              </a:spcAft>
              <a:buNone/>
            </a:pPr>
            <a:r>
              <a:t/>
            </a:r>
            <a:endParaRPr sz="2000">
              <a:solidFill>
                <a:schemeClr val="lt1"/>
              </a:solidFill>
            </a:endParaRPr>
          </a:p>
          <a:p>
            <a:pPr indent="0" lvl="0" marL="0" rtl="0" algn="ctr">
              <a:spcBef>
                <a:spcPts val="0"/>
              </a:spcBef>
              <a:spcAft>
                <a:spcPts val="0"/>
              </a:spcAft>
              <a:buNone/>
            </a:pPr>
            <a:r>
              <a:rPr i="1" lang="en" sz="2000">
                <a:solidFill>
                  <a:schemeClr val="lt1"/>
                </a:solidFill>
              </a:rPr>
              <a:t>Why are materials different colors?</a:t>
            </a:r>
            <a:endParaRPr i="1" sz="2000">
              <a:solidFill>
                <a:schemeClr val="lt1"/>
              </a:solidFill>
            </a:endParaRPr>
          </a:p>
          <a:p>
            <a:pPr indent="0" lvl="0" marL="0" rtl="0" algn="ctr">
              <a:spcBef>
                <a:spcPts val="0"/>
              </a:spcBef>
              <a:spcAft>
                <a:spcPts val="0"/>
              </a:spcAft>
              <a:buNone/>
            </a:pPr>
            <a:r>
              <a:t/>
            </a:r>
            <a:endParaRPr i="1" sz="2000">
              <a:solidFill>
                <a:schemeClr val="lt1"/>
              </a:solidFill>
            </a:endParaRPr>
          </a:p>
          <a:p>
            <a:pPr indent="0" lvl="0" marL="0" rtl="0" algn="ctr">
              <a:spcBef>
                <a:spcPts val="0"/>
              </a:spcBef>
              <a:spcAft>
                <a:spcPts val="0"/>
              </a:spcAft>
              <a:buNone/>
            </a:pPr>
            <a:r>
              <a:rPr i="1" lang="en" sz="2000">
                <a:solidFill>
                  <a:schemeClr val="lt1"/>
                </a:solidFill>
              </a:rPr>
              <a:t>Why do some materials conduct electricity?</a:t>
            </a:r>
            <a:endParaRPr i="1" sz="2000">
              <a:solidFill>
                <a:schemeClr val="lt1"/>
              </a:solidFill>
            </a:endParaRPr>
          </a:p>
          <a:p>
            <a:pPr indent="0" lvl="0" marL="0" rtl="0" algn="ctr">
              <a:spcBef>
                <a:spcPts val="0"/>
              </a:spcBef>
              <a:spcAft>
                <a:spcPts val="0"/>
              </a:spcAft>
              <a:buNone/>
            </a:pPr>
            <a:r>
              <a:t/>
            </a:r>
            <a:endParaRPr i="1" sz="2000">
              <a:solidFill>
                <a:schemeClr val="lt1"/>
              </a:solidFill>
            </a:endParaRPr>
          </a:p>
          <a:p>
            <a:pPr indent="0" lvl="0" marL="0" rtl="0" algn="ctr">
              <a:spcBef>
                <a:spcPts val="0"/>
              </a:spcBef>
              <a:spcAft>
                <a:spcPts val="0"/>
              </a:spcAft>
              <a:buNone/>
            </a:pPr>
            <a:r>
              <a:rPr i="1" lang="en" sz="2000">
                <a:solidFill>
                  <a:schemeClr val="lt1"/>
                </a:solidFill>
              </a:rPr>
              <a:t>How do magnets work?</a:t>
            </a:r>
            <a:endParaRPr i="1" sz="2000">
              <a:solidFill>
                <a:schemeClr val="lt1"/>
              </a:solidFill>
            </a:endParaRPr>
          </a:p>
        </p:txBody>
      </p:sp>
      <p:sp>
        <p:nvSpPr>
          <p:cNvPr id="132" name="Google Shape;132;p26"/>
          <p:cNvSpPr/>
          <p:nvPr/>
        </p:nvSpPr>
        <p:spPr>
          <a:xfrm>
            <a:off x="6040650" y="1394850"/>
            <a:ext cx="2651700" cy="3520800"/>
          </a:xfrm>
          <a:prstGeom prst="roundRect">
            <a:avLst>
              <a:gd fmla="val 16667" name="adj"/>
            </a:avLst>
          </a:prstGeom>
          <a:solidFill>
            <a:srgbClr val="6FA8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lt1"/>
                </a:solidFill>
              </a:rPr>
              <a:t>Engineering</a:t>
            </a:r>
            <a:endParaRPr sz="2800">
              <a:solidFill>
                <a:schemeClr val="lt1"/>
              </a:solidFill>
            </a:endParaRPr>
          </a:p>
          <a:p>
            <a:pPr indent="0" lvl="0" marL="0" rtl="0" algn="ctr">
              <a:spcBef>
                <a:spcPts val="0"/>
              </a:spcBef>
              <a:spcAft>
                <a:spcPts val="0"/>
              </a:spcAft>
              <a:buNone/>
            </a:pPr>
            <a:r>
              <a:t/>
            </a:r>
            <a:endParaRPr sz="2000">
              <a:solidFill>
                <a:schemeClr val="lt1"/>
              </a:solidFill>
            </a:endParaRPr>
          </a:p>
          <a:p>
            <a:pPr indent="0" lvl="0" marL="0" rtl="0" algn="ctr">
              <a:spcBef>
                <a:spcPts val="0"/>
              </a:spcBef>
              <a:spcAft>
                <a:spcPts val="0"/>
              </a:spcAft>
              <a:buNone/>
            </a:pPr>
            <a:r>
              <a:rPr i="1" lang="en" sz="2000">
                <a:solidFill>
                  <a:schemeClr val="lt1"/>
                </a:solidFill>
              </a:rPr>
              <a:t>Which materials can withstand earthquakes?</a:t>
            </a:r>
            <a:endParaRPr i="1" sz="2000">
              <a:solidFill>
                <a:schemeClr val="lt1"/>
              </a:solidFill>
            </a:endParaRPr>
          </a:p>
          <a:p>
            <a:pPr indent="0" lvl="0" marL="0" rtl="0" algn="ctr">
              <a:spcBef>
                <a:spcPts val="0"/>
              </a:spcBef>
              <a:spcAft>
                <a:spcPts val="0"/>
              </a:spcAft>
              <a:buNone/>
            </a:pPr>
            <a:r>
              <a:t/>
            </a:r>
            <a:endParaRPr i="1" sz="2000">
              <a:solidFill>
                <a:schemeClr val="lt1"/>
              </a:solidFill>
            </a:endParaRPr>
          </a:p>
          <a:p>
            <a:pPr indent="0" lvl="0" marL="0" rtl="0" algn="ctr">
              <a:spcBef>
                <a:spcPts val="0"/>
              </a:spcBef>
              <a:spcAft>
                <a:spcPts val="0"/>
              </a:spcAft>
              <a:buNone/>
            </a:pPr>
            <a:r>
              <a:rPr i="1" lang="en" sz="2000">
                <a:solidFill>
                  <a:schemeClr val="lt1"/>
                </a:solidFill>
              </a:rPr>
              <a:t>How can we balance money and environmental costs?</a:t>
            </a:r>
            <a:endParaRPr i="1" sz="2000">
              <a:solidFill>
                <a:schemeClr val="lt1"/>
              </a:solidFill>
            </a:endParaRPr>
          </a:p>
          <a:p>
            <a:pPr indent="0" lvl="0" marL="0" rtl="0" algn="ctr">
              <a:spcBef>
                <a:spcPts val="0"/>
              </a:spcBef>
              <a:spcAft>
                <a:spcPts val="0"/>
              </a:spcAft>
              <a:buNone/>
            </a:pPr>
            <a:r>
              <a:t/>
            </a:r>
            <a:endParaRPr i="1" sz="2000">
              <a:solidFill>
                <a:schemeClr val="lt1"/>
              </a:solidFill>
            </a:endParaRPr>
          </a:p>
        </p:txBody>
      </p:sp>
      <p:sp>
        <p:nvSpPr>
          <p:cNvPr id="133" name="Google Shape;133;p26"/>
          <p:cNvSpPr/>
          <p:nvPr/>
        </p:nvSpPr>
        <p:spPr>
          <a:xfrm>
            <a:off x="3246150" y="1394850"/>
            <a:ext cx="2651700" cy="3520800"/>
          </a:xfrm>
          <a:prstGeom prst="roundRect">
            <a:avLst>
              <a:gd fmla="val 16667" name="adj"/>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lt1"/>
                </a:solidFill>
              </a:rPr>
              <a:t>Chemistry</a:t>
            </a:r>
            <a:endParaRPr sz="2800">
              <a:solidFill>
                <a:schemeClr val="lt1"/>
              </a:solidFill>
            </a:endParaRPr>
          </a:p>
          <a:p>
            <a:pPr indent="0" lvl="0" marL="0" rtl="0" algn="ctr">
              <a:spcBef>
                <a:spcPts val="0"/>
              </a:spcBef>
              <a:spcAft>
                <a:spcPts val="0"/>
              </a:spcAft>
              <a:buNone/>
            </a:pPr>
            <a:r>
              <a:t/>
            </a:r>
            <a:endParaRPr i="1" sz="2000">
              <a:solidFill>
                <a:schemeClr val="lt1"/>
              </a:solidFill>
            </a:endParaRPr>
          </a:p>
          <a:p>
            <a:pPr indent="0" lvl="0" marL="0" rtl="0" algn="ctr">
              <a:spcBef>
                <a:spcPts val="0"/>
              </a:spcBef>
              <a:spcAft>
                <a:spcPts val="0"/>
              </a:spcAft>
              <a:buNone/>
            </a:pPr>
            <a:r>
              <a:rPr i="1" lang="en" sz="2000">
                <a:solidFill>
                  <a:schemeClr val="lt1"/>
                </a:solidFill>
              </a:rPr>
              <a:t>Which materials can capture CO</a:t>
            </a:r>
            <a:r>
              <a:rPr baseline="-25000" i="1" lang="en" sz="2000">
                <a:solidFill>
                  <a:schemeClr val="lt1"/>
                </a:solidFill>
              </a:rPr>
              <a:t>2</a:t>
            </a:r>
            <a:r>
              <a:rPr i="1" lang="en" sz="2000">
                <a:solidFill>
                  <a:schemeClr val="lt1"/>
                </a:solidFill>
              </a:rPr>
              <a:t>?</a:t>
            </a:r>
            <a:endParaRPr i="1" sz="2000">
              <a:solidFill>
                <a:schemeClr val="lt1"/>
              </a:solidFill>
            </a:endParaRPr>
          </a:p>
          <a:p>
            <a:pPr indent="0" lvl="0" marL="0" rtl="0" algn="ctr">
              <a:spcBef>
                <a:spcPts val="0"/>
              </a:spcBef>
              <a:spcAft>
                <a:spcPts val="0"/>
              </a:spcAft>
              <a:buNone/>
            </a:pPr>
            <a:r>
              <a:t/>
            </a:r>
            <a:endParaRPr i="1" sz="2000">
              <a:solidFill>
                <a:schemeClr val="lt1"/>
              </a:solidFill>
            </a:endParaRPr>
          </a:p>
          <a:p>
            <a:pPr indent="0" lvl="0" marL="0" rtl="0" algn="ctr">
              <a:spcBef>
                <a:spcPts val="0"/>
              </a:spcBef>
              <a:spcAft>
                <a:spcPts val="0"/>
              </a:spcAft>
              <a:buNone/>
            </a:pPr>
            <a:r>
              <a:rPr i="1" lang="en" sz="2000">
                <a:solidFill>
                  <a:schemeClr val="lt1"/>
                </a:solidFill>
              </a:rPr>
              <a:t>How can we make batteries last longer?</a:t>
            </a:r>
            <a:endParaRPr i="1" sz="2000">
              <a:solidFill>
                <a:schemeClr val="lt1"/>
              </a:solidFill>
            </a:endParaRPr>
          </a:p>
          <a:p>
            <a:pPr indent="0" lvl="0" marL="0" rtl="0" algn="ctr">
              <a:spcBef>
                <a:spcPts val="0"/>
              </a:spcBef>
              <a:spcAft>
                <a:spcPts val="0"/>
              </a:spcAft>
              <a:buNone/>
            </a:pPr>
            <a:r>
              <a:t/>
            </a:r>
            <a:endParaRPr i="1" sz="2000">
              <a:solidFill>
                <a:schemeClr val="lt1"/>
              </a:solidFill>
            </a:endParaRPr>
          </a:p>
          <a:p>
            <a:pPr indent="0" lvl="0" marL="0" rtl="0" algn="ctr">
              <a:spcBef>
                <a:spcPts val="0"/>
              </a:spcBef>
              <a:spcAft>
                <a:spcPts val="0"/>
              </a:spcAft>
              <a:buNone/>
            </a:pPr>
            <a:r>
              <a:rPr i="1" lang="en" sz="2000">
                <a:solidFill>
                  <a:schemeClr val="lt1"/>
                </a:solidFill>
              </a:rPr>
              <a:t>How do we make new materials?</a:t>
            </a:r>
            <a:endParaRPr i="1" sz="2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7"/>
          <p:cNvPicPr preferRelativeResize="0"/>
          <p:nvPr/>
        </p:nvPicPr>
        <p:blipFill rotWithShape="1">
          <a:blip r:embed="rId3">
            <a:alphaModFix/>
          </a:blip>
          <a:srcRect b="0" l="0" r="0" t="0"/>
          <a:stretch/>
        </p:blipFill>
        <p:spPr>
          <a:xfrm>
            <a:off x="1369033" y="612850"/>
            <a:ext cx="6405939" cy="4530652"/>
          </a:xfrm>
          <a:prstGeom prst="rect">
            <a:avLst/>
          </a:prstGeom>
          <a:noFill/>
          <a:ln>
            <a:noFill/>
          </a:ln>
        </p:spPr>
      </p:pic>
      <p:sp>
        <p:nvSpPr>
          <p:cNvPr id="139" name="Google Shape;139;p27"/>
          <p:cNvSpPr txBox="1"/>
          <p:nvPr>
            <p:ph type="title"/>
          </p:nvPr>
        </p:nvSpPr>
        <p:spPr>
          <a:xfrm>
            <a:off x="311700" y="40150"/>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SzPts val="2800"/>
              <a:buNone/>
            </a:pPr>
            <a:r>
              <a:rPr b="1" lang="en">
                <a:solidFill>
                  <a:srgbClr val="00313C"/>
                </a:solidFill>
              </a:rPr>
              <a:t>Materials are everywhere!</a:t>
            </a:r>
            <a:endParaRPr b="1">
              <a:solidFill>
                <a:srgbClr val="00313C"/>
              </a:solidFill>
            </a:endParaRPr>
          </a:p>
        </p:txBody>
      </p:sp>
      <p:sp>
        <p:nvSpPr>
          <p:cNvPr id="140" name="Google Shape;140;p27"/>
          <p:cNvSpPr txBox="1"/>
          <p:nvPr/>
        </p:nvSpPr>
        <p:spPr>
          <a:xfrm>
            <a:off x="0" y="4312200"/>
            <a:ext cx="1368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u="sng">
                <a:solidFill>
                  <a:schemeClr val="hlink"/>
                </a:solidFill>
                <a:hlinkClick r:id="rId4"/>
              </a:rPr>
              <a:t>https://www.acs.org/education/resources/undergraduate/chemistryincontext/interactives/portable-electronics/creation-gorilla-glass.html</a:t>
            </a:r>
            <a:endParaRPr sz="700"/>
          </a:p>
          <a:p>
            <a:pPr indent="0" lvl="0" marL="0" rtl="0" algn="l">
              <a:spcBef>
                <a:spcPts val="0"/>
              </a:spcBef>
              <a:spcAft>
                <a:spcPts val="0"/>
              </a:spcAft>
              <a:buNone/>
            </a:pPr>
            <a:r>
              <a:t/>
            </a:r>
            <a:endParaRPr sz="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0" y="85875"/>
            <a:ext cx="9431400" cy="1002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SzPts val="2800"/>
              <a:buNone/>
            </a:pPr>
            <a:r>
              <a:rPr lang="en">
                <a:solidFill>
                  <a:srgbClr val="00313C"/>
                </a:solidFill>
              </a:rPr>
              <a:t>The Materials Project: Using Data Science to Discover New Materials</a:t>
            </a:r>
            <a:endParaRPr>
              <a:solidFill>
                <a:srgbClr val="00313C"/>
              </a:solidFill>
            </a:endParaRPr>
          </a:p>
        </p:txBody>
      </p:sp>
      <p:sp>
        <p:nvSpPr>
          <p:cNvPr id="146" name="Google Shape;146;p28"/>
          <p:cNvSpPr txBox="1"/>
          <p:nvPr/>
        </p:nvSpPr>
        <p:spPr>
          <a:xfrm>
            <a:off x="1756025" y="1088763"/>
            <a:ext cx="6943500" cy="1002900"/>
          </a:xfrm>
          <a:prstGeom prst="rect">
            <a:avLst/>
          </a:prstGeom>
          <a:noFill/>
          <a:ln>
            <a:noFill/>
          </a:ln>
        </p:spPr>
        <p:txBody>
          <a:bodyPr anchorCtr="0" anchor="t" bIns="91425" lIns="91425" spcFirstLastPara="1" rIns="91425" wrap="square" tIns="91425">
            <a:noAutofit/>
          </a:bodyPr>
          <a:lstStyle/>
          <a:p>
            <a:pPr indent="0" lvl="0" marL="0" marR="0" rtl="0" algn="l">
              <a:lnSpc>
                <a:spcPct val="130000"/>
              </a:lnSpc>
              <a:spcBef>
                <a:spcPts val="0"/>
              </a:spcBef>
              <a:spcAft>
                <a:spcPts val="0"/>
              </a:spcAft>
              <a:buClr>
                <a:srgbClr val="000000"/>
              </a:buClr>
              <a:buSzPts val="2550"/>
              <a:buFont typeface="Arial"/>
              <a:buNone/>
            </a:pPr>
            <a:r>
              <a:rPr i="0" lang="en" sz="2550" u="none" cap="none" strike="noStrike">
                <a:solidFill>
                  <a:srgbClr val="0E9AA7"/>
                </a:solidFill>
                <a:highlight>
                  <a:srgbClr val="FFFFFF"/>
                </a:highlight>
              </a:rPr>
              <a:t>materialsproject.org</a:t>
            </a:r>
            <a:endParaRPr i="0" sz="2550" u="none" cap="none" strike="noStrike">
              <a:solidFill>
                <a:srgbClr val="0E9AA7"/>
              </a:solidFill>
              <a:highlight>
                <a:srgbClr val="FFFFFF"/>
              </a:highlight>
            </a:endParaRPr>
          </a:p>
          <a:p>
            <a:pPr indent="0" lvl="0" marL="0" marR="0" rtl="0" algn="just">
              <a:lnSpc>
                <a:spcPct val="115000"/>
              </a:lnSpc>
              <a:spcBef>
                <a:spcPts val="0"/>
              </a:spcBef>
              <a:spcAft>
                <a:spcPts val="0"/>
              </a:spcAft>
              <a:buClr>
                <a:srgbClr val="000000"/>
              </a:buClr>
              <a:buSzPts val="1300"/>
              <a:buFont typeface="Arial"/>
              <a:buNone/>
            </a:pPr>
            <a:r>
              <a:rPr i="0" lang="en" sz="1300" u="none" cap="none" strike="noStrike">
                <a:solidFill>
                  <a:srgbClr val="000000"/>
                </a:solidFill>
              </a:rPr>
              <a:t>A free online database of computed properties for over 1</a:t>
            </a:r>
            <a:r>
              <a:rPr lang="en" sz="1300"/>
              <a:t>5</a:t>
            </a:r>
            <a:r>
              <a:rPr i="0" lang="en" sz="1300" u="none" cap="none" strike="noStrike">
                <a:solidFill>
                  <a:srgbClr val="000000"/>
                </a:solidFill>
              </a:rPr>
              <a:t>0,000 inorganic compounds</a:t>
            </a:r>
            <a:endParaRPr i="0" sz="1300" u="none" cap="none" strike="noStrike">
              <a:solidFill>
                <a:srgbClr val="000000"/>
              </a:solidFill>
            </a:endParaRPr>
          </a:p>
        </p:txBody>
      </p:sp>
      <p:pic>
        <p:nvPicPr>
          <p:cNvPr id="147" name="Google Shape;147;p28"/>
          <p:cNvPicPr preferRelativeResize="0"/>
          <p:nvPr/>
        </p:nvPicPr>
        <p:blipFill rotWithShape="1">
          <a:blip r:embed="rId3">
            <a:alphaModFix/>
          </a:blip>
          <a:srcRect b="0" l="0" r="0" t="0"/>
          <a:stretch/>
        </p:blipFill>
        <p:spPr>
          <a:xfrm>
            <a:off x="535850" y="1088788"/>
            <a:ext cx="1220175" cy="1002874"/>
          </a:xfrm>
          <a:prstGeom prst="rect">
            <a:avLst/>
          </a:prstGeom>
          <a:noFill/>
          <a:ln>
            <a:noFill/>
          </a:ln>
        </p:spPr>
      </p:pic>
      <p:sp>
        <p:nvSpPr>
          <p:cNvPr id="148" name="Google Shape;148;p28"/>
          <p:cNvSpPr txBox="1"/>
          <p:nvPr/>
        </p:nvSpPr>
        <p:spPr>
          <a:xfrm>
            <a:off x="89413" y="4448100"/>
            <a:ext cx="4201500" cy="695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Roboto"/>
                <a:ea typeface="Roboto"/>
                <a:cs typeface="Roboto"/>
                <a:sym typeface="Roboto"/>
              </a:rPr>
              <a:t>Powered by more than 40 researchers at Berkeley Lab and several universities</a:t>
            </a:r>
            <a:br>
              <a:rPr b="0" i="0" lang="en" sz="1100" u="none" cap="none" strike="noStrike">
                <a:solidFill>
                  <a:srgbClr val="000000"/>
                </a:solidFill>
                <a:latin typeface="Roboto"/>
                <a:ea typeface="Roboto"/>
                <a:cs typeface="Roboto"/>
                <a:sym typeface="Roboto"/>
              </a:rPr>
            </a:br>
            <a:r>
              <a:rPr b="0" i="0" lang="en" sz="900" u="none" cap="none" strike="noStrike">
                <a:solidFill>
                  <a:srgbClr val="000000"/>
                </a:solidFill>
                <a:latin typeface="Roboto"/>
                <a:ea typeface="Roboto"/>
                <a:cs typeface="Roboto"/>
                <a:sym typeface="Roboto"/>
              </a:rPr>
              <a:t>(in the photo: the Persson group at Berkeley Lab)</a:t>
            </a:r>
            <a:endParaRPr b="0" i="0" sz="900" u="none" cap="none" strike="noStrike">
              <a:solidFill>
                <a:srgbClr val="000000"/>
              </a:solidFill>
              <a:latin typeface="Roboto"/>
              <a:ea typeface="Roboto"/>
              <a:cs typeface="Roboto"/>
              <a:sym typeface="Roboto"/>
            </a:endParaRPr>
          </a:p>
        </p:txBody>
      </p:sp>
      <p:pic>
        <p:nvPicPr>
          <p:cNvPr id="149" name="Google Shape;149;p28"/>
          <p:cNvPicPr preferRelativeResize="0"/>
          <p:nvPr/>
        </p:nvPicPr>
        <p:blipFill>
          <a:blip r:embed="rId4">
            <a:alphaModFix/>
          </a:blip>
          <a:stretch>
            <a:fillRect/>
          </a:stretch>
        </p:blipFill>
        <p:spPr>
          <a:xfrm>
            <a:off x="4446227" y="1855375"/>
            <a:ext cx="4151874" cy="3433275"/>
          </a:xfrm>
          <a:prstGeom prst="rect">
            <a:avLst/>
          </a:prstGeom>
          <a:noFill/>
          <a:ln>
            <a:noFill/>
          </a:ln>
        </p:spPr>
      </p:pic>
      <p:pic>
        <p:nvPicPr>
          <p:cNvPr id="150" name="Google Shape;150;p28"/>
          <p:cNvPicPr preferRelativeResize="0"/>
          <p:nvPr/>
        </p:nvPicPr>
        <p:blipFill>
          <a:blip r:embed="rId5">
            <a:alphaModFix/>
          </a:blip>
          <a:stretch>
            <a:fillRect/>
          </a:stretch>
        </p:blipFill>
        <p:spPr>
          <a:xfrm>
            <a:off x="420900" y="2444425"/>
            <a:ext cx="3630049" cy="20365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241350" y="195263"/>
            <a:ext cx="67308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pandas</a:t>
            </a:r>
            <a:endParaRPr>
              <a:latin typeface="Tahoma"/>
              <a:ea typeface="Tahoma"/>
              <a:cs typeface="Tahoma"/>
              <a:sym typeface="Tahoma"/>
            </a:endParaRPr>
          </a:p>
        </p:txBody>
      </p:sp>
      <p:sp>
        <p:nvSpPr>
          <p:cNvPr id="157" name="Google Shape;157;p29"/>
          <p:cNvSpPr txBox="1"/>
          <p:nvPr>
            <p:ph idx="1" type="body"/>
          </p:nvPr>
        </p:nvSpPr>
        <p:spPr>
          <a:xfrm>
            <a:off x="127525" y="951331"/>
            <a:ext cx="3761400" cy="3449400"/>
          </a:xfrm>
          <a:prstGeom prst="rect">
            <a:avLst/>
          </a:prstGeom>
        </p:spPr>
        <p:txBody>
          <a:bodyPr anchorCtr="0" anchor="t" bIns="34275" lIns="68575" spcFirstLastPara="1" rIns="68575" wrap="square" tIns="34275">
            <a:noAutofit/>
          </a:bodyPr>
          <a:lstStyle/>
          <a:p>
            <a:pPr indent="-279400" lvl="0" marL="342900" marR="0" rtl="0" algn="l">
              <a:lnSpc>
                <a:spcPct val="150000"/>
              </a:lnSpc>
              <a:spcBef>
                <a:spcPts val="0"/>
              </a:spcBef>
              <a:spcAft>
                <a:spcPts val="0"/>
              </a:spcAft>
              <a:buSzPts val="1800"/>
              <a:buFont typeface="Tahoma"/>
              <a:buChar char="●"/>
            </a:pPr>
            <a:r>
              <a:rPr lang="en">
                <a:latin typeface="Tahoma"/>
                <a:ea typeface="Tahoma"/>
                <a:cs typeface="Tahoma"/>
                <a:sym typeface="Tahoma"/>
              </a:rPr>
              <a:t>Library that allows us to work with data sets.</a:t>
            </a:r>
            <a:endParaRPr>
              <a:latin typeface="Tahoma"/>
              <a:ea typeface="Tahoma"/>
              <a:cs typeface="Tahoma"/>
              <a:sym typeface="Tahoma"/>
            </a:endParaRPr>
          </a:p>
          <a:p>
            <a:pPr indent="0" lvl="0" marL="342900" marR="0" rtl="0" algn="l">
              <a:lnSpc>
                <a:spcPct val="150000"/>
              </a:lnSpc>
              <a:spcBef>
                <a:spcPts val="0"/>
              </a:spcBef>
              <a:spcAft>
                <a:spcPts val="0"/>
              </a:spcAft>
              <a:buNone/>
            </a:pPr>
            <a:r>
              <a:t/>
            </a:r>
            <a:endParaRPr>
              <a:latin typeface="Tahoma"/>
              <a:ea typeface="Tahoma"/>
              <a:cs typeface="Tahoma"/>
              <a:sym typeface="Tahoma"/>
            </a:endParaRPr>
          </a:p>
          <a:p>
            <a:pPr indent="-279400" lvl="0" marL="342900" marR="0" rtl="0" algn="l">
              <a:lnSpc>
                <a:spcPct val="150000"/>
              </a:lnSpc>
              <a:spcBef>
                <a:spcPts val="0"/>
              </a:spcBef>
              <a:spcAft>
                <a:spcPts val="0"/>
              </a:spcAft>
              <a:buSzPts val="1800"/>
              <a:buFont typeface="Tahoma"/>
              <a:buChar char="●"/>
            </a:pPr>
            <a:r>
              <a:rPr lang="en">
                <a:latin typeface="Tahoma"/>
                <a:ea typeface="Tahoma"/>
                <a:cs typeface="Tahoma"/>
                <a:sym typeface="Tahoma"/>
              </a:rPr>
              <a:t>It has functions for analyzing, cleaning, exploring, and manipulating data.</a:t>
            </a:r>
            <a:endParaRPr>
              <a:latin typeface="Tahoma"/>
              <a:ea typeface="Tahoma"/>
              <a:cs typeface="Tahoma"/>
              <a:sym typeface="Tahoma"/>
            </a:endParaRPr>
          </a:p>
          <a:p>
            <a:pPr indent="0" lvl="0" marL="342900" marR="0" rtl="0" algn="l">
              <a:lnSpc>
                <a:spcPct val="150000"/>
              </a:lnSpc>
              <a:spcBef>
                <a:spcPts val="0"/>
              </a:spcBef>
              <a:spcAft>
                <a:spcPts val="0"/>
              </a:spcAft>
              <a:buNone/>
            </a:pPr>
            <a:r>
              <a:t/>
            </a:r>
            <a:endParaRPr>
              <a:latin typeface="Tahoma"/>
              <a:ea typeface="Tahoma"/>
              <a:cs typeface="Tahoma"/>
              <a:sym typeface="Tahoma"/>
            </a:endParaRPr>
          </a:p>
          <a:p>
            <a:pPr indent="-279400" lvl="0" marL="342900" marR="0" rtl="0" algn="l">
              <a:lnSpc>
                <a:spcPct val="150000"/>
              </a:lnSpc>
              <a:spcBef>
                <a:spcPts val="0"/>
              </a:spcBef>
              <a:spcAft>
                <a:spcPts val="0"/>
              </a:spcAft>
              <a:buSzPts val="1800"/>
              <a:buFont typeface="Tahoma"/>
              <a:buChar char="●"/>
            </a:pPr>
            <a:r>
              <a:rPr lang="en">
                <a:latin typeface="Tahoma"/>
                <a:ea typeface="Tahoma"/>
                <a:cs typeface="Tahoma"/>
                <a:sym typeface="Tahoma"/>
              </a:rPr>
              <a:t>Data is often read into </a:t>
            </a:r>
            <a:r>
              <a:rPr b="1" lang="en">
                <a:latin typeface="Tahoma"/>
                <a:ea typeface="Tahoma"/>
                <a:cs typeface="Tahoma"/>
                <a:sym typeface="Tahoma"/>
              </a:rPr>
              <a:t>dataframes</a:t>
            </a:r>
            <a:r>
              <a:rPr lang="en">
                <a:latin typeface="Tahoma"/>
                <a:ea typeface="Tahoma"/>
                <a:cs typeface="Tahoma"/>
                <a:sym typeface="Tahoma"/>
              </a:rPr>
              <a:t> (tables with rows and columns)</a:t>
            </a:r>
            <a:endParaRPr>
              <a:latin typeface="Tahoma"/>
              <a:ea typeface="Tahoma"/>
              <a:cs typeface="Tahoma"/>
              <a:sym typeface="Tahoma"/>
            </a:endParaRPr>
          </a:p>
        </p:txBody>
      </p:sp>
      <p:sp>
        <p:nvSpPr>
          <p:cNvPr id="158" name="Google Shape;158;p29"/>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pic>
        <p:nvPicPr>
          <p:cNvPr id="159" name="Google Shape;159;p29"/>
          <p:cNvPicPr preferRelativeResize="0"/>
          <p:nvPr/>
        </p:nvPicPr>
        <p:blipFill>
          <a:blip r:embed="rId3">
            <a:alphaModFix/>
          </a:blip>
          <a:stretch>
            <a:fillRect/>
          </a:stretch>
        </p:blipFill>
        <p:spPr>
          <a:xfrm>
            <a:off x="4309200" y="404703"/>
            <a:ext cx="4382274" cy="1771175"/>
          </a:xfrm>
          <a:prstGeom prst="rect">
            <a:avLst/>
          </a:prstGeom>
          <a:noFill/>
          <a:ln>
            <a:noFill/>
          </a:ln>
        </p:spPr>
      </p:pic>
      <p:pic>
        <p:nvPicPr>
          <p:cNvPr id="160" name="Google Shape;160;p29"/>
          <p:cNvPicPr preferRelativeResize="0"/>
          <p:nvPr/>
        </p:nvPicPr>
        <p:blipFill>
          <a:blip r:embed="rId4">
            <a:alphaModFix/>
          </a:blip>
          <a:stretch>
            <a:fillRect/>
          </a:stretch>
        </p:blipFill>
        <p:spPr>
          <a:xfrm>
            <a:off x="4482200" y="2399203"/>
            <a:ext cx="4303550" cy="266282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222125" y="1633250"/>
            <a:ext cx="5335200" cy="1673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Notebook: CellPhoneDesignChallenge_1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Will your phone make it to the market?!</a:t>
            </a:r>
            <a:endParaRPr/>
          </a:p>
        </p:txBody>
      </p:sp>
      <p:sp>
        <p:nvSpPr>
          <p:cNvPr id="167" name="Google Shape;167;p30"/>
          <p:cNvSpPr txBox="1"/>
          <p:nvPr>
            <p:ph idx="12" type="sldNum"/>
          </p:nvPr>
        </p:nvSpPr>
        <p:spPr>
          <a:xfrm>
            <a:off x="3177023" y="3604807"/>
            <a:ext cx="508800" cy="205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168" name="Google Shape;168;p30"/>
          <p:cNvPicPr preferRelativeResize="0"/>
          <p:nvPr/>
        </p:nvPicPr>
        <p:blipFill>
          <a:blip r:embed="rId3">
            <a:alphaModFix/>
          </a:blip>
          <a:stretch>
            <a:fillRect/>
          </a:stretch>
        </p:blipFill>
        <p:spPr>
          <a:xfrm>
            <a:off x="6572244" y="1885838"/>
            <a:ext cx="2571750" cy="27003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457201" y="195263"/>
            <a:ext cx="8229600" cy="857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Stretch Break!</a:t>
            </a:r>
            <a:endParaRPr/>
          </a:p>
        </p:txBody>
      </p:sp>
      <p:pic>
        <p:nvPicPr>
          <p:cNvPr descr="a penguin is floating on a watermelon float in the water (Provided by Tenor)" id="174" name="Google Shape;174;p31"/>
          <p:cNvPicPr preferRelativeResize="0"/>
          <p:nvPr/>
        </p:nvPicPr>
        <p:blipFill>
          <a:blip r:embed="rId3">
            <a:alphaModFix/>
          </a:blip>
          <a:stretch>
            <a:fillRect/>
          </a:stretch>
        </p:blipFill>
        <p:spPr>
          <a:xfrm>
            <a:off x="2602788" y="1008285"/>
            <a:ext cx="3938425" cy="3938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457201" y="2143125"/>
            <a:ext cx="8229600" cy="857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4400">
                <a:solidFill>
                  <a:schemeClr val="lt1"/>
                </a:solidFill>
                <a:latin typeface="Tahoma"/>
                <a:ea typeface="Tahoma"/>
                <a:cs typeface="Tahoma"/>
                <a:sym typeface="Tahoma"/>
              </a:rPr>
              <a:t>Cell Phone Design Challenge - Machine Learning</a:t>
            </a:r>
            <a:endParaRPr sz="4400">
              <a:solidFill>
                <a:schemeClr val="lt1"/>
              </a:solidFill>
              <a:latin typeface="Tahoma"/>
              <a:ea typeface="Tahoma"/>
              <a:cs typeface="Tahoma"/>
              <a:sym typeface="Tahoma"/>
            </a:endParaRPr>
          </a:p>
        </p:txBody>
      </p:sp>
      <p:sp>
        <p:nvSpPr>
          <p:cNvPr id="181" name="Google Shape;181;p32"/>
          <p:cNvSpPr txBox="1"/>
          <p:nvPr>
            <p:ph idx="12" type="sldNum"/>
          </p:nvPr>
        </p:nvSpPr>
        <p:spPr>
          <a:xfrm>
            <a:off x="4236031" y="4806409"/>
            <a:ext cx="678300" cy="2739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idx="1" type="body"/>
          </p:nvPr>
        </p:nvSpPr>
        <p:spPr>
          <a:xfrm>
            <a:off x="324825" y="884100"/>
            <a:ext cx="5841600" cy="3603300"/>
          </a:xfrm>
          <a:prstGeom prst="rect">
            <a:avLst/>
          </a:prstGeom>
        </p:spPr>
        <p:txBody>
          <a:bodyPr anchorCtr="0" anchor="t" bIns="34275" lIns="68575" spcFirstLastPara="1" rIns="68575" wrap="square" tIns="34275">
            <a:noAutofit/>
          </a:bodyPr>
          <a:lstStyle/>
          <a:p>
            <a:pPr indent="0" lvl="0" marL="342900" marR="0" rtl="0" algn="l">
              <a:lnSpc>
                <a:spcPct val="150000"/>
              </a:lnSpc>
              <a:spcBef>
                <a:spcPts val="0"/>
              </a:spcBef>
              <a:spcAft>
                <a:spcPts val="0"/>
              </a:spcAft>
              <a:buNone/>
            </a:pPr>
            <a:r>
              <a:t/>
            </a:r>
            <a:endParaRPr b="1" sz="1700">
              <a:latin typeface="Tahoma"/>
              <a:ea typeface="Tahoma"/>
              <a:cs typeface="Tahoma"/>
              <a:sym typeface="Tahoma"/>
            </a:endParaRPr>
          </a:p>
          <a:p>
            <a:pPr indent="-273050" lvl="0" marL="342900" marR="0" rtl="0" algn="l">
              <a:lnSpc>
                <a:spcPct val="150000"/>
              </a:lnSpc>
              <a:spcBef>
                <a:spcPts val="0"/>
              </a:spcBef>
              <a:spcAft>
                <a:spcPts val="0"/>
              </a:spcAft>
              <a:buSzPts val="1700"/>
              <a:buFont typeface="Tahoma"/>
              <a:buChar char="●"/>
            </a:pPr>
            <a:r>
              <a:rPr b="1" lang="en" sz="1700">
                <a:latin typeface="Tahoma"/>
                <a:ea typeface="Tahoma"/>
                <a:cs typeface="Tahoma"/>
                <a:sym typeface="Tahoma"/>
              </a:rPr>
              <a:t>Artificial Intelligence (AI):</a:t>
            </a:r>
            <a:r>
              <a:rPr lang="en" sz="1700">
                <a:latin typeface="Tahoma"/>
                <a:ea typeface="Tahoma"/>
                <a:cs typeface="Tahoma"/>
                <a:sym typeface="Tahoma"/>
              </a:rPr>
              <a:t> The effort to automate intellectual tasks normally performed by humans</a:t>
            </a:r>
            <a:endParaRPr sz="1700">
              <a:latin typeface="Tahoma"/>
              <a:ea typeface="Tahoma"/>
              <a:cs typeface="Tahoma"/>
              <a:sym typeface="Tahoma"/>
            </a:endParaRPr>
          </a:p>
          <a:p>
            <a:pPr indent="0" lvl="0" marL="342900" marR="0" rtl="0" algn="l">
              <a:lnSpc>
                <a:spcPct val="150000"/>
              </a:lnSpc>
              <a:spcBef>
                <a:spcPts val="0"/>
              </a:spcBef>
              <a:spcAft>
                <a:spcPts val="0"/>
              </a:spcAft>
              <a:buNone/>
            </a:pPr>
            <a:r>
              <a:t/>
            </a:r>
            <a:endParaRPr sz="1700">
              <a:latin typeface="Tahoma"/>
              <a:ea typeface="Tahoma"/>
              <a:cs typeface="Tahoma"/>
              <a:sym typeface="Tahoma"/>
            </a:endParaRPr>
          </a:p>
          <a:p>
            <a:pPr indent="-273050" lvl="0" marL="342900" marR="0" rtl="0" algn="l">
              <a:lnSpc>
                <a:spcPct val="150000"/>
              </a:lnSpc>
              <a:spcBef>
                <a:spcPts val="0"/>
              </a:spcBef>
              <a:spcAft>
                <a:spcPts val="0"/>
              </a:spcAft>
              <a:buSzPts val="1700"/>
              <a:buFont typeface="Tahoma"/>
              <a:buChar char="●"/>
            </a:pPr>
            <a:r>
              <a:rPr b="1" lang="en" sz="1700">
                <a:latin typeface="Tahoma"/>
                <a:ea typeface="Tahoma"/>
                <a:cs typeface="Tahoma"/>
                <a:sym typeface="Tahoma"/>
              </a:rPr>
              <a:t>Machine Learning (ML):</a:t>
            </a:r>
            <a:r>
              <a:rPr lang="en" sz="1700">
                <a:latin typeface="Tahoma"/>
                <a:ea typeface="Tahoma"/>
                <a:cs typeface="Tahoma"/>
                <a:sym typeface="Tahoma"/>
              </a:rPr>
              <a:t> AI technique that teaches computers to learn from data</a:t>
            </a:r>
            <a:endParaRPr sz="1700">
              <a:latin typeface="Tahoma"/>
              <a:ea typeface="Tahoma"/>
              <a:cs typeface="Tahoma"/>
              <a:sym typeface="Tahoma"/>
            </a:endParaRPr>
          </a:p>
          <a:p>
            <a:pPr indent="-273050" lvl="1" marL="685800" marR="0" rtl="0" algn="l">
              <a:lnSpc>
                <a:spcPct val="150000"/>
              </a:lnSpc>
              <a:spcBef>
                <a:spcPts val="0"/>
              </a:spcBef>
              <a:spcAft>
                <a:spcPts val="0"/>
              </a:spcAft>
              <a:buSzPts val="1700"/>
              <a:buFont typeface="Tahoma"/>
              <a:buChar char="○"/>
            </a:pPr>
            <a:r>
              <a:rPr lang="en" sz="1700">
                <a:latin typeface="Tahoma"/>
                <a:ea typeface="Tahoma"/>
                <a:cs typeface="Tahoma"/>
                <a:sym typeface="Tahoma"/>
              </a:rPr>
              <a:t>Set of tools and techniques to find patterns in data</a:t>
            </a:r>
            <a:endParaRPr sz="1700">
              <a:latin typeface="Tahoma"/>
              <a:ea typeface="Tahoma"/>
              <a:cs typeface="Tahoma"/>
              <a:sym typeface="Tahoma"/>
            </a:endParaRPr>
          </a:p>
        </p:txBody>
      </p:sp>
      <p:sp>
        <p:nvSpPr>
          <p:cNvPr id="188" name="Google Shape;188;p33"/>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189" name="Google Shape;189;p33"/>
          <p:cNvSpPr txBox="1"/>
          <p:nvPr>
            <p:ph type="title"/>
          </p:nvPr>
        </p:nvSpPr>
        <p:spPr>
          <a:xfrm>
            <a:off x="241350" y="-33337"/>
            <a:ext cx="67308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Definitions</a:t>
            </a:r>
            <a:endParaRPr>
              <a:latin typeface="Tahoma"/>
              <a:ea typeface="Tahoma"/>
              <a:cs typeface="Tahoma"/>
              <a:sym typeface="Tahoma"/>
            </a:endParaRPr>
          </a:p>
        </p:txBody>
      </p:sp>
      <p:sp>
        <p:nvSpPr>
          <p:cNvPr id="190" name="Google Shape;190;p33"/>
          <p:cNvSpPr txBox="1"/>
          <p:nvPr/>
        </p:nvSpPr>
        <p:spPr>
          <a:xfrm>
            <a:off x="5788450" y="4760075"/>
            <a:ext cx="3261600" cy="1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u="sng">
                <a:solidFill>
                  <a:schemeClr val="hlink"/>
                </a:solidFill>
                <a:hlinkClick r:id="rId3"/>
              </a:rPr>
              <a:t>Chollet (2018)</a:t>
            </a:r>
            <a:r>
              <a:rPr lang="en" sz="1000"/>
              <a:t> </a:t>
            </a:r>
            <a:r>
              <a:rPr i="1" lang="en" sz="1000"/>
              <a:t>Deep Learning with Python</a:t>
            </a:r>
            <a:endParaRPr i="1" sz="1000"/>
          </a:p>
        </p:txBody>
      </p:sp>
      <p:pic>
        <p:nvPicPr>
          <p:cNvPr id="191" name="Google Shape;191;p33"/>
          <p:cNvPicPr preferRelativeResize="0"/>
          <p:nvPr/>
        </p:nvPicPr>
        <p:blipFill>
          <a:blip r:embed="rId4">
            <a:alphaModFix/>
          </a:blip>
          <a:stretch>
            <a:fillRect/>
          </a:stretch>
        </p:blipFill>
        <p:spPr>
          <a:xfrm>
            <a:off x="6216600" y="884088"/>
            <a:ext cx="2672775" cy="1721006"/>
          </a:xfrm>
          <a:prstGeom prst="rect">
            <a:avLst/>
          </a:prstGeom>
          <a:noFill/>
          <a:ln>
            <a:noFill/>
          </a:ln>
        </p:spPr>
      </p:pic>
      <p:sp>
        <p:nvSpPr>
          <p:cNvPr id="192" name="Google Shape;192;p33"/>
          <p:cNvSpPr txBox="1"/>
          <p:nvPr/>
        </p:nvSpPr>
        <p:spPr>
          <a:xfrm>
            <a:off x="6480800" y="3116950"/>
            <a:ext cx="2242500" cy="905400"/>
          </a:xfrm>
          <a:prstGeom prst="rect">
            <a:avLst/>
          </a:prstGeom>
          <a:solidFill>
            <a:schemeClr val="accent5"/>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Tahoma"/>
                <a:ea typeface="Tahoma"/>
                <a:cs typeface="Tahoma"/>
                <a:sym typeface="Tahoma"/>
              </a:rPr>
              <a:t>Machine learning is a </a:t>
            </a:r>
            <a:r>
              <a:rPr b="1" lang="en" sz="1600">
                <a:latin typeface="Tahoma"/>
                <a:ea typeface="Tahoma"/>
                <a:cs typeface="Tahoma"/>
                <a:sym typeface="Tahoma"/>
              </a:rPr>
              <a:t>subset</a:t>
            </a:r>
            <a:r>
              <a:rPr lang="en" sz="1600">
                <a:latin typeface="Tahoma"/>
                <a:ea typeface="Tahoma"/>
                <a:cs typeface="Tahoma"/>
                <a:sym typeface="Tahoma"/>
              </a:rPr>
              <a:t> of Artificial Intelligence</a:t>
            </a:r>
            <a:endParaRPr sz="1600">
              <a:latin typeface="Tahoma"/>
              <a:ea typeface="Tahoma"/>
              <a:cs typeface="Tahoma"/>
              <a:sym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4"/>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199" name="Google Shape;199;p34"/>
          <p:cNvSpPr txBox="1"/>
          <p:nvPr>
            <p:ph type="title"/>
          </p:nvPr>
        </p:nvSpPr>
        <p:spPr>
          <a:xfrm>
            <a:off x="241350" y="-33325"/>
            <a:ext cx="88182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Training Data</a:t>
            </a:r>
            <a:endParaRPr>
              <a:latin typeface="Tahoma"/>
              <a:ea typeface="Tahoma"/>
              <a:cs typeface="Tahoma"/>
              <a:sym typeface="Tahoma"/>
            </a:endParaRPr>
          </a:p>
        </p:txBody>
      </p:sp>
      <p:sp>
        <p:nvSpPr>
          <p:cNvPr id="200" name="Google Shape;200;p34"/>
          <p:cNvSpPr txBox="1"/>
          <p:nvPr>
            <p:ph idx="1" type="body"/>
          </p:nvPr>
        </p:nvSpPr>
        <p:spPr>
          <a:xfrm>
            <a:off x="324825" y="884100"/>
            <a:ext cx="8259000" cy="3603300"/>
          </a:xfrm>
          <a:prstGeom prst="rect">
            <a:avLst/>
          </a:prstGeom>
        </p:spPr>
        <p:txBody>
          <a:bodyPr anchorCtr="0" anchor="t" bIns="34275" lIns="68575" spcFirstLastPara="1" rIns="68575" wrap="square" tIns="34275">
            <a:noAutofit/>
          </a:bodyPr>
          <a:lstStyle/>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Many (but not all) machine learning systems “learn” by taking a series of input data and output data and using it to train a model.</a:t>
            </a:r>
            <a:endParaRPr sz="1700">
              <a:latin typeface="Tahoma"/>
              <a:ea typeface="Tahoma"/>
              <a:cs typeface="Tahoma"/>
              <a:sym typeface="Tahoma"/>
            </a:endParaRPr>
          </a:p>
          <a:p>
            <a:pPr indent="0" lvl="0" marL="457200" marR="0" rtl="0" algn="l">
              <a:lnSpc>
                <a:spcPct val="150000"/>
              </a:lnSpc>
              <a:spcBef>
                <a:spcPts val="0"/>
              </a:spcBef>
              <a:spcAft>
                <a:spcPts val="0"/>
              </a:spcAft>
              <a:buNone/>
            </a:pPr>
            <a:r>
              <a:t/>
            </a:r>
            <a:endParaRPr sz="1700">
              <a:latin typeface="Tahoma"/>
              <a:ea typeface="Tahoma"/>
              <a:cs typeface="Tahoma"/>
              <a:sym typeface="Tahoma"/>
            </a:endParaRPr>
          </a:p>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What might be some potential issues with training data that you should keep in mind?</a:t>
            </a:r>
            <a:endParaRPr sz="1700">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5"/>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07" name="Google Shape;207;p35"/>
          <p:cNvSpPr txBox="1"/>
          <p:nvPr>
            <p:ph type="title"/>
          </p:nvPr>
        </p:nvSpPr>
        <p:spPr>
          <a:xfrm>
            <a:off x="241350" y="-33325"/>
            <a:ext cx="88182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Training Data - Biases</a:t>
            </a:r>
            <a:endParaRPr>
              <a:latin typeface="Tahoma"/>
              <a:ea typeface="Tahoma"/>
              <a:cs typeface="Tahoma"/>
              <a:sym typeface="Tahoma"/>
            </a:endParaRPr>
          </a:p>
        </p:txBody>
      </p:sp>
      <p:pic>
        <p:nvPicPr>
          <p:cNvPr descr="The potential for AI to help society is enormous. But at the same time we need to develop technology with a focus on ethics, access and fairness. This video explores the influence of AI on every aspect of life and underscores the importance of ethical oversight to prevent the creation of biased AI algorithms.&#10;&#10;Featuring&#10;Amanda Askell - Ethicist at Open AI&#10;Alejandro Carrillo - Roboticist at Farmwise&#10;Deb Raji - the Algorithmic Justice League&#10;Kate Park - PM at Tesla Autopilot&#10;Dr. Regina Barzilay - Professor of CS &amp; AI at MIT&#10;Dr. Mehran Sahami - Professor of CS &amp; AI at Stanford&#10;Deon Nicholas - CEO of Forethought AI&#10;&#10;Start learning today!&#10;https://code.org/ai/how-ai-works&#10;&#10;Stay in touch with us!&#10;• on Twitter https://twitter.com/codeorg&#10;• on Facebook https://www.facebook.com/Code.org&#10;• on Instagram https://instagram.com/codeorg&#10;• on Tumblr https://blog.code.org &#10;• on LinkedIn https://www.linkedin.com/company/code-org&#10;• on Google+ https://google.com/+codeorg&#10;&#10;Produced and Directed by Jael Burrows&#10;Co-produced by Kristin Neibert&#10;Written by Hadi Partovi, Winter Dong and Jael Burrows&#10;Edited by Neal Barenblat&#10;Camera by Bow Jones, Stanford Media Lab, Sand Bay Entertainment, the Clock Factory, and Vic Ferrer" id="208" name="Google Shape;208;p35" title="Ethics &amp; AI: Equal Access and Algorithmic Bias">
            <a:hlinkClick r:id="rId3"/>
          </p:cNvPr>
          <p:cNvPicPr preferRelativeResize="0"/>
          <p:nvPr/>
        </p:nvPicPr>
        <p:blipFill>
          <a:blip r:embed="rId4">
            <a:alphaModFix/>
          </a:blip>
          <a:stretch>
            <a:fillRect/>
          </a:stretch>
        </p:blipFill>
        <p:spPr>
          <a:xfrm>
            <a:off x="867975" y="760750"/>
            <a:ext cx="7408045" cy="4167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3" name="Shape 213"/>
        <p:cNvGrpSpPr/>
        <p:nvPr/>
      </p:nvGrpSpPr>
      <p:grpSpPr>
        <a:xfrm>
          <a:off x="0" y="0"/>
          <a:ext cx="0" cy="0"/>
          <a:chOff x="0" y="0"/>
          <a:chExt cx="0" cy="0"/>
        </a:xfrm>
      </p:grpSpPr>
      <p:sp>
        <p:nvSpPr>
          <p:cNvPr id="214" name="Google Shape;214;p36"/>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15" name="Google Shape;215;p36"/>
          <p:cNvSpPr txBox="1"/>
          <p:nvPr>
            <p:ph type="title"/>
          </p:nvPr>
        </p:nvSpPr>
        <p:spPr>
          <a:xfrm>
            <a:off x="241350" y="-33325"/>
            <a:ext cx="88182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Types of Machine Learning</a:t>
            </a:r>
            <a:endParaRPr>
              <a:latin typeface="Tahoma"/>
              <a:ea typeface="Tahoma"/>
              <a:cs typeface="Tahoma"/>
              <a:sym typeface="Tahoma"/>
            </a:endParaRPr>
          </a:p>
        </p:txBody>
      </p:sp>
      <p:graphicFrame>
        <p:nvGraphicFramePr>
          <p:cNvPr id="216" name="Google Shape;216;p36"/>
          <p:cNvGraphicFramePr/>
          <p:nvPr/>
        </p:nvGraphicFramePr>
        <p:xfrm>
          <a:off x="952500" y="754575"/>
          <a:ext cx="3000000" cy="3000000"/>
        </p:xfrm>
        <a:graphic>
          <a:graphicData uri="http://schemas.openxmlformats.org/drawingml/2006/table">
            <a:tbl>
              <a:tblPr>
                <a:noFill/>
                <a:tableStyleId>{48CA3A59-3FD7-4CC3-9F23-D9563EB487E9}</a:tableStyleId>
              </a:tblPr>
              <a:tblGrid>
                <a:gridCol w="1795800"/>
                <a:gridCol w="1823700"/>
                <a:gridCol w="3619500"/>
              </a:tblGrid>
              <a:tr h="381000">
                <a:tc gridSpan="2">
                  <a:txBody>
                    <a:bodyPr/>
                    <a:lstStyle/>
                    <a:p>
                      <a:pPr indent="0" lvl="0" marL="0" rtl="0" algn="ctr">
                        <a:spcBef>
                          <a:spcPts val="0"/>
                        </a:spcBef>
                        <a:spcAft>
                          <a:spcPts val="0"/>
                        </a:spcAft>
                        <a:buNone/>
                      </a:pPr>
                      <a:r>
                        <a:rPr b="1" lang="en" sz="1600">
                          <a:solidFill>
                            <a:schemeClr val="dk1"/>
                          </a:solidFill>
                          <a:latin typeface="Tahoma"/>
                          <a:ea typeface="Tahoma"/>
                          <a:cs typeface="Tahoma"/>
                          <a:sym typeface="Tahoma"/>
                        </a:rPr>
                        <a:t>Supervised ML</a:t>
                      </a:r>
                      <a:endParaRPr b="1" sz="1600">
                        <a:solidFill>
                          <a:schemeClr val="dk1"/>
                        </a:solidFill>
                        <a:latin typeface="Tahoma"/>
                        <a:ea typeface="Tahoma"/>
                        <a:cs typeface="Tahoma"/>
                        <a:sym typeface="Tahoma"/>
                      </a:endParaRPr>
                    </a:p>
                    <a:p>
                      <a:pPr indent="0" lvl="0" marL="0" rtl="0" algn="l">
                        <a:spcBef>
                          <a:spcPts val="0"/>
                        </a:spcBef>
                        <a:spcAft>
                          <a:spcPts val="0"/>
                        </a:spcAft>
                        <a:buNone/>
                      </a:pPr>
                      <a:r>
                        <a:t/>
                      </a:r>
                      <a:endParaRPr sz="1300">
                        <a:solidFill>
                          <a:schemeClr val="dk1"/>
                        </a:solidFill>
                        <a:latin typeface="Tahoma"/>
                        <a:ea typeface="Tahoma"/>
                        <a:cs typeface="Tahoma"/>
                        <a:sym typeface="Tahoma"/>
                      </a:endParaRPr>
                    </a:p>
                    <a:p>
                      <a:pPr indent="0" lvl="0" marL="0" rtl="0" algn="l">
                        <a:spcBef>
                          <a:spcPts val="0"/>
                        </a:spcBef>
                        <a:spcAft>
                          <a:spcPts val="0"/>
                        </a:spcAft>
                        <a:buNone/>
                      </a:pPr>
                      <a:r>
                        <a:rPr lang="en" sz="1300">
                          <a:solidFill>
                            <a:schemeClr val="dk1"/>
                          </a:solidFill>
                          <a:latin typeface="Tahoma"/>
                          <a:ea typeface="Tahoma"/>
                          <a:cs typeface="Tahoma"/>
                          <a:sym typeface="Tahoma"/>
                        </a:rPr>
                        <a:t>A human </a:t>
                      </a:r>
                      <a:r>
                        <a:rPr b="1" lang="en" sz="1300">
                          <a:solidFill>
                            <a:schemeClr val="dk1"/>
                          </a:solidFill>
                          <a:latin typeface="Tahoma"/>
                          <a:ea typeface="Tahoma"/>
                          <a:cs typeface="Tahoma"/>
                          <a:sym typeface="Tahoma"/>
                        </a:rPr>
                        <a:t>trains</a:t>
                      </a:r>
                      <a:r>
                        <a:rPr lang="en" sz="1300">
                          <a:solidFill>
                            <a:schemeClr val="dk1"/>
                          </a:solidFill>
                          <a:latin typeface="Tahoma"/>
                          <a:ea typeface="Tahoma"/>
                          <a:cs typeface="Tahoma"/>
                          <a:sym typeface="Tahoma"/>
                        </a:rPr>
                        <a:t> the ML model by using labeled training data (dataset with expected outcomes).</a:t>
                      </a:r>
                      <a:endParaRPr sz="13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solidFill>
                      <a:schemeClr val="accent4"/>
                    </a:solidFill>
                  </a:tcPr>
                </a:tc>
                <a:tc hMerge="1"/>
                <a:tc>
                  <a:txBody>
                    <a:bodyPr/>
                    <a:lstStyle/>
                    <a:p>
                      <a:pPr indent="0" lvl="0" marL="0" rtl="0" algn="ctr">
                        <a:spcBef>
                          <a:spcPts val="0"/>
                        </a:spcBef>
                        <a:spcAft>
                          <a:spcPts val="0"/>
                        </a:spcAft>
                        <a:buNone/>
                      </a:pPr>
                      <a:r>
                        <a:rPr b="1" lang="en" sz="1600">
                          <a:solidFill>
                            <a:schemeClr val="dk1"/>
                          </a:solidFill>
                          <a:latin typeface="Tahoma"/>
                          <a:ea typeface="Tahoma"/>
                          <a:cs typeface="Tahoma"/>
                          <a:sym typeface="Tahoma"/>
                        </a:rPr>
                        <a:t>Unsupervised ML</a:t>
                      </a:r>
                      <a:endParaRPr b="1" sz="1600">
                        <a:solidFill>
                          <a:schemeClr val="dk1"/>
                        </a:solidFill>
                        <a:latin typeface="Tahoma"/>
                        <a:ea typeface="Tahoma"/>
                        <a:cs typeface="Tahoma"/>
                        <a:sym typeface="Tahoma"/>
                      </a:endParaRPr>
                    </a:p>
                    <a:p>
                      <a:pPr indent="0" lvl="0" marL="0" rtl="0" algn="l">
                        <a:spcBef>
                          <a:spcPts val="0"/>
                        </a:spcBef>
                        <a:spcAft>
                          <a:spcPts val="0"/>
                        </a:spcAft>
                        <a:buNone/>
                      </a:pPr>
                      <a:r>
                        <a:t/>
                      </a:r>
                      <a:endParaRPr sz="1300">
                        <a:solidFill>
                          <a:schemeClr val="dk1"/>
                        </a:solidFill>
                        <a:latin typeface="Tahoma"/>
                        <a:ea typeface="Tahoma"/>
                        <a:cs typeface="Tahoma"/>
                        <a:sym typeface="Tahoma"/>
                      </a:endParaRPr>
                    </a:p>
                    <a:p>
                      <a:pPr indent="0" lvl="0" marL="0" rtl="0" algn="l">
                        <a:spcBef>
                          <a:spcPts val="0"/>
                        </a:spcBef>
                        <a:spcAft>
                          <a:spcPts val="0"/>
                        </a:spcAft>
                        <a:buNone/>
                      </a:pPr>
                      <a:r>
                        <a:rPr lang="en" sz="1300">
                          <a:solidFill>
                            <a:schemeClr val="dk1"/>
                          </a:solidFill>
                          <a:latin typeface="Tahoma"/>
                          <a:ea typeface="Tahoma"/>
                          <a:cs typeface="Tahoma"/>
                          <a:sym typeface="Tahoma"/>
                        </a:rPr>
                        <a:t>The ML model is given unlabeled data and finds similarities, differences, and patterns of the data without prior training.</a:t>
                      </a:r>
                      <a:endParaRPr sz="13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solidFill>
                      <a:schemeClr val="accent4"/>
                    </a:solidFill>
                  </a:tcPr>
                </a:tc>
              </a:tr>
              <a:tr h="381000">
                <a:tc>
                  <a:txBody>
                    <a:bodyPr/>
                    <a:lstStyle/>
                    <a:p>
                      <a:pPr indent="0" lvl="0" marL="0" rtl="0" algn="ctr">
                        <a:spcBef>
                          <a:spcPts val="0"/>
                        </a:spcBef>
                        <a:spcAft>
                          <a:spcPts val="0"/>
                        </a:spcAft>
                        <a:buNone/>
                      </a:pPr>
                      <a:r>
                        <a:rPr b="1" lang="en" sz="1600">
                          <a:solidFill>
                            <a:schemeClr val="dk1"/>
                          </a:solidFill>
                          <a:latin typeface="Tahoma"/>
                          <a:ea typeface="Tahoma"/>
                          <a:cs typeface="Tahoma"/>
                          <a:sym typeface="Tahoma"/>
                        </a:rPr>
                        <a:t>Regression</a:t>
                      </a:r>
                      <a:endParaRPr b="1" sz="16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1600">
                          <a:solidFill>
                            <a:schemeClr val="dk1"/>
                          </a:solidFill>
                          <a:latin typeface="Tahoma"/>
                          <a:ea typeface="Tahoma"/>
                          <a:cs typeface="Tahoma"/>
                          <a:sym typeface="Tahoma"/>
                        </a:rPr>
                        <a:t>Classification</a:t>
                      </a:r>
                      <a:endParaRPr b="1" sz="16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1600">
                          <a:solidFill>
                            <a:schemeClr val="dk1"/>
                          </a:solidFill>
                          <a:latin typeface="Tahoma"/>
                          <a:ea typeface="Tahoma"/>
                          <a:cs typeface="Tahoma"/>
                          <a:sym typeface="Tahoma"/>
                        </a:rPr>
                        <a:t>Clustering</a:t>
                      </a:r>
                      <a:endParaRPr b="1" sz="16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solidFill>
                      <a:schemeClr val="accent5"/>
                    </a:solidFill>
                  </a:tcPr>
                </a:tc>
              </a:tr>
              <a:tr h="381000">
                <a:tc>
                  <a:txBody>
                    <a:bodyPr/>
                    <a:lstStyle/>
                    <a:p>
                      <a:pPr indent="0" lvl="0" marL="0" rtl="0" algn="l">
                        <a:spcBef>
                          <a:spcPts val="0"/>
                        </a:spcBef>
                        <a:spcAft>
                          <a:spcPts val="0"/>
                        </a:spcAft>
                        <a:buNone/>
                      </a:pPr>
                      <a:r>
                        <a:rPr lang="en" sz="1300">
                          <a:solidFill>
                            <a:schemeClr val="dk1"/>
                          </a:solidFill>
                          <a:latin typeface="Tahoma"/>
                          <a:ea typeface="Tahoma"/>
                          <a:cs typeface="Tahoma"/>
                          <a:sym typeface="Tahoma"/>
                        </a:rPr>
                        <a:t>Understand relationships between dependent and independent variables in order to predict data</a:t>
                      </a:r>
                      <a:endParaRPr sz="13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1"/>
                          </a:solidFill>
                          <a:latin typeface="Tahoma"/>
                          <a:ea typeface="Tahoma"/>
                          <a:cs typeface="Tahoma"/>
                          <a:sym typeface="Tahoma"/>
                        </a:rPr>
                        <a:t>Assign data into specific categories</a:t>
                      </a:r>
                      <a:endParaRPr sz="13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1"/>
                          </a:solidFill>
                          <a:latin typeface="Tahoma"/>
                          <a:ea typeface="Tahoma"/>
                          <a:cs typeface="Tahoma"/>
                          <a:sym typeface="Tahoma"/>
                        </a:rPr>
                        <a:t>Group unlabeled data based on their similarities and differences</a:t>
                      </a:r>
                      <a:endParaRPr sz="13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300">
                          <a:solidFill>
                            <a:schemeClr val="dk1"/>
                          </a:solidFill>
                          <a:latin typeface="Tahoma"/>
                          <a:ea typeface="Tahoma"/>
                          <a:cs typeface="Tahoma"/>
                          <a:sym typeface="Tahoma"/>
                        </a:rPr>
                        <a:t>Examples:</a:t>
                      </a:r>
                      <a:r>
                        <a:rPr lang="en" sz="1300">
                          <a:solidFill>
                            <a:schemeClr val="dk1"/>
                          </a:solidFill>
                          <a:latin typeface="Tahoma"/>
                          <a:ea typeface="Tahoma"/>
                          <a:cs typeface="Tahoma"/>
                          <a:sym typeface="Tahoma"/>
                        </a:rPr>
                        <a:t> Predicting house prices based on certain features, </a:t>
                      </a:r>
                      <a:r>
                        <a:rPr lang="en" sz="1300">
                          <a:solidFill>
                            <a:schemeClr val="dk1"/>
                          </a:solidFill>
                          <a:latin typeface="Tahoma"/>
                          <a:ea typeface="Tahoma"/>
                          <a:cs typeface="Tahoma"/>
                          <a:sym typeface="Tahoma"/>
                        </a:rPr>
                        <a:t>predicting commute times based on traffic conditions</a:t>
                      </a:r>
                      <a:endParaRPr sz="13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1"/>
                          </a:solidFill>
                          <a:latin typeface="Tahoma"/>
                          <a:ea typeface="Tahoma"/>
                          <a:cs typeface="Tahoma"/>
                          <a:sym typeface="Tahoma"/>
                        </a:rPr>
                        <a:t>Examples: Detecting spam emails, image classification</a:t>
                      </a:r>
                      <a:endParaRPr sz="13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1"/>
                          </a:solidFill>
                          <a:latin typeface="Tahoma"/>
                          <a:ea typeface="Tahoma"/>
                          <a:cs typeface="Tahoma"/>
                          <a:sym typeface="Tahoma"/>
                        </a:rPr>
                        <a:t>Examples: Categorizing news videos from different media outlets, identifying streaming services viewers with similar behavior</a:t>
                      </a:r>
                      <a:endParaRPr sz="13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23" name="Google Shape;223;p37"/>
          <p:cNvSpPr txBox="1"/>
          <p:nvPr>
            <p:ph type="title"/>
          </p:nvPr>
        </p:nvSpPr>
        <p:spPr>
          <a:xfrm>
            <a:off x="241350" y="170275"/>
            <a:ext cx="88182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We can use machine learning to help us </a:t>
            </a:r>
            <a:r>
              <a:rPr i="1" lang="en">
                <a:latin typeface="Tahoma"/>
                <a:ea typeface="Tahoma"/>
                <a:cs typeface="Tahoma"/>
                <a:sym typeface="Tahoma"/>
              </a:rPr>
              <a:t>predict</a:t>
            </a:r>
            <a:r>
              <a:rPr b="0" i="1" lang="en">
                <a:latin typeface="Tahoma"/>
                <a:ea typeface="Tahoma"/>
                <a:cs typeface="Tahoma"/>
                <a:sym typeface="Tahoma"/>
              </a:rPr>
              <a:t> </a:t>
            </a:r>
            <a:r>
              <a:rPr lang="en">
                <a:latin typeface="Tahoma"/>
                <a:ea typeface="Tahoma"/>
                <a:cs typeface="Tahoma"/>
                <a:sym typeface="Tahoma"/>
              </a:rPr>
              <a:t>or </a:t>
            </a:r>
            <a:r>
              <a:rPr i="1" lang="en">
                <a:latin typeface="Tahoma"/>
                <a:ea typeface="Tahoma"/>
                <a:cs typeface="Tahoma"/>
                <a:sym typeface="Tahoma"/>
              </a:rPr>
              <a:t>classify </a:t>
            </a:r>
            <a:r>
              <a:rPr lang="en">
                <a:latin typeface="Tahoma"/>
                <a:ea typeface="Tahoma"/>
                <a:cs typeface="Tahoma"/>
                <a:sym typeface="Tahoma"/>
              </a:rPr>
              <a:t>data.</a:t>
            </a:r>
            <a:endParaRPr>
              <a:latin typeface="Tahoma"/>
              <a:ea typeface="Tahoma"/>
              <a:cs typeface="Tahoma"/>
              <a:sym typeface="Tahoma"/>
            </a:endParaRPr>
          </a:p>
        </p:txBody>
      </p:sp>
      <p:graphicFrame>
        <p:nvGraphicFramePr>
          <p:cNvPr id="224" name="Google Shape;224;p37"/>
          <p:cNvGraphicFramePr/>
          <p:nvPr/>
        </p:nvGraphicFramePr>
        <p:xfrm>
          <a:off x="918975" y="1252700"/>
          <a:ext cx="3000000" cy="3000000"/>
        </p:xfrm>
        <a:graphic>
          <a:graphicData uri="http://schemas.openxmlformats.org/drawingml/2006/table">
            <a:tbl>
              <a:tblPr>
                <a:noFill/>
                <a:tableStyleId>{48CA3A59-3FD7-4CC3-9F23-D9563EB487E9}</a:tableStyleId>
              </a:tblPr>
              <a:tblGrid>
                <a:gridCol w="3702700"/>
                <a:gridCol w="3760250"/>
              </a:tblGrid>
              <a:tr h="684825">
                <a:tc gridSpan="2">
                  <a:txBody>
                    <a:bodyPr/>
                    <a:lstStyle/>
                    <a:p>
                      <a:pPr indent="0" lvl="0" marL="0" rtl="0" algn="ctr">
                        <a:spcBef>
                          <a:spcPts val="0"/>
                        </a:spcBef>
                        <a:spcAft>
                          <a:spcPts val="0"/>
                        </a:spcAft>
                        <a:buNone/>
                      </a:pPr>
                      <a:r>
                        <a:rPr b="1" i="1" lang="en" sz="2000">
                          <a:solidFill>
                            <a:schemeClr val="dk1"/>
                          </a:solidFill>
                          <a:latin typeface="Tahoma"/>
                          <a:ea typeface="Tahoma"/>
                          <a:cs typeface="Tahoma"/>
                          <a:sym typeface="Tahoma"/>
                        </a:rPr>
                        <a:t>Types of ML algorithms</a:t>
                      </a:r>
                      <a:endParaRPr b="1" i="1" sz="20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solidFill>
                      <a:schemeClr val="accent4"/>
                    </a:solidFill>
                  </a:tcPr>
                </a:tc>
                <a:tc hMerge="1"/>
              </a:tr>
              <a:tr h="684825">
                <a:tc>
                  <a:txBody>
                    <a:bodyPr/>
                    <a:lstStyle/>
                    <a:p>
                      <a:pPr indent="0" lvl="0" marL="0" rtl="0" algn="ctr">
                        <a:spcBef>
                          <a:spcPts val="0"/>
                        </a:spcBef>
                        <a:spcAft>
                          <a:spcPts val="0"/>
                        </a:spcAft>
                        <a:buNone/>
                      </a:pPr>
                      <a:r>
                        <a:rPr b="1" lang="en" sz="2000">
                          <a:solidFill>
                            <a:schemeClr val="dk1"/>
                          </a:solidFill>
                          <a:latin typeface="Tahoma"/>
                          <a:ea typeface="Tahoma"/>
                          <a:cs typeface="Tahoma"/>
                          <a:sym typeface="Tahoma"/>
                        </a:rPr>
                        <a:t>Regression</a:t>
                      </a:r>
                      <a:endParaRPr b="1" sz="20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2000">
                          <a:solidFill>
                            <a:schemeClr val="dk1"/>
                          </a:solidFill>
                          <a:latin typeface="Tahoma"/>
                          <a:ea typeface="Tahoma"/>
                          <a:cs typeface="Tahoma"/>
                          <a:sym typeface="Tahoma"/>
                        </a:rPr>
                        <a:t>Classification</a:t>
                      </a:r>
                      <a:endParaRPr b="1" sz="20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solidFill>
                      <a:schemeClr val="accent5"/>
                    </a:solidFill>
                  </a:tcPr>
                </a:tc>
              </a:tr>
              <a:tr h="1247400">
                <a:tc>
                  <a:txBody>
                    <a:bodyPr/>
                    <a:lstStyle/>
                    <a:p>
                      <a:pPr indent="0" lvl="0" marL="0" rtl="0" algn="l">
                        <a:spcBef>
                          <a:spcPts val="0"/>
                        </a:spcBef>
                        <a:spcAft>
                          <a:spcPts val="0"/>
                        </a:spcAft>
                        <a:buNone/>
                      </a:pPr>
                      <a:r>
                        <a:rPr b="1" lang="en" sz="1700">
                          <a:solidFill>
                            <a:schemeClr val="dk1"/>
                          </a:solidFill>
                          <a:latin typeface="Tahoma"/>
                          <a:ea typeface="Tahoma"/>
                          <a:cs typeface="Tahoma"/>
                          <a:sym typeface="Tahoma"/>
                        </a:rPr>
                        <a:t>Predict</a:t>
                      </a:r>
                      <a:r>
                        <a:rPr lang="en" sz="1700">
                          <a:solidFill>
                            <a:schemeClr val="dk1"/>
                          </a:solidFill>
                          <a:latin typeface="Tahoma"/>
                          <a:ea typeface="Tahoma"/>
                          <a:cs typeface="Tahoma"/>
                          <a:sym typeface="Tahoma"/>
                        </a:rPr>
                        <a:t> a value (or set of values) given a set of inputs.</a:t>
                      </a:r>
                      <a:endParaRPr sz="17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b="1" lang="en" sz="1700">
                          <a:solidFill>
                            <a:schemeClr val="dk1"/>
                          </a:solidFill>
                          <a:latin typeface="Tahoma"/>
                          <a:ea typeface="Tahoma"/>
                          <a:cs typeface="Tahoma"/>
                          <a:sym typeface="Tahoma"/>
                        </a:rPr>
                        <a:t>Classify</a:t>
                      </a:r>
                      <a:r>
                        <a:rPr lang="en" sz="1700">
                          <a:solidFill>
                            <a:schemeClr val="dk1"/>
                          </a:solidFill>
                          <a:latin typeface="Tahoma"/>
                          <a:ea typeface="Tahoma"/>
                          <a:cs typeface="Tahoma"/>
                          <a:sym typeface="Tahoma"/>
                        </a:rPr>
                        <a:t> data into specific categories.</a:t>
                      </a:r>
                      <a:endParaRPr sz="17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r h="929400">
                <a:tc>
                  <a:txBody>
                    <a:bodyPr/>
                    <a:lstStyle/>
                    <a:p>
                      <a:pPr indent="0" lvl="0" marL="0" rtl="0" algn="l">
                        <a:spcBef>
                          <a:spcPts val="0"/>
                        </a:spcBef>
                        <a:spcAft>
                          <a:spcPts val="0"/>
                        </a:spcAft>
                        <a:buNone/>
                      </a:pPr>
                      <a:r>
                        <a:rPr lang="en" sz="1700" u="sng">
                          <a:solidFill>
                            <a:schemeClr val="dk1"/>
                          </a:solidFill>
                          <a:latin typeface="Tahoma"/>
                          <a:ea typeface="Tahoma"/>
                          <a:cs typeface="Tahoma"/>
                          <a:sym typeface="Tahoma"/>
                        </a:rPr>
                        <a:t>Examples:</a:t>
                      </a:r>
                      <a:r>
                        <a:rPr lang="en" sz="1700">
                          <a:solidFill>
                            <a:schemeClr val="dk1"/>
                          </a:solidFill>
                          <a:latin typeface="Tahoma"/>
                          <a:ea typeface="Tahoma"/>
                          <a:cs typeface="Tahoma"/>
                          <a:sym typeface="Tahoma"/>
                        </a:rPr>
                        <a:t> Predicting house prices based on certain features, predicting commute times based on traffic conditions</a:t>
                      </a:r>
                      <a:endParaRPr sz="17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 sz="1700" u="sng">
                          <a:solidFill>
                            <a:schemeClr val="dk1"/>
                          </a:solidFill>
                          <a:latin typeface="Tahoma"/>
                          <a:ea typeface="Tahoma"/>
                          <a:cs typeface="Tahoma"/>
                          <a:sym typeface="Tahoma"/>
                        </a:rPr>
                        <a:t>Examples:</a:t>
                      </a:r>
                      <a:r>
                        <a:rPr lang="en" sz="1700">
                          <a:solidFill>
                            <a:schemeClr val="dk1"/>
                          </a:solidFill>
                          <a:latin typeface="Tahoma"/>
                          <a:ea typeface="Tahoma"/>
                          <a:cs typeface="Tahoma"/>
                          <a:sym typeface="Tahoma"/>
                        </a:rPr>
                        <a:t> Detecting spam emails, image classification</a:t>
                      </a:r>
                      <a:endParaRPr sz="1700">
                        <a:solidFill>
                          <a:schemeClr val="dk1"/>
                        </a:solidFill>
                        <a:latin typeface="Tahoma"/>
                        <a:ea typeface="Tahoma"/>
                        <a:cs typeface="Tahoma"/>
                        <a:sym typeface="Tahoma"/>
                      </a:endParaRPr>
                    </a:p>
                  </a:txBody>
                  <a:tcPr marT="91425" marB="91425" marR="91425" marL="91425">
                    <a:lnL cap="flat" cmpd="sng" w="28575">
                      <a:solidFill>
                        <a:schemeClr val="lt2"/>
                      </a:solidFill>
                      <a:prstDash val="solid"/>
                      <a:round/>
                      <a:headEnd len="sm" w="sm" type="none"/>
                      <a:tailEnd len="sm" w="sm" type="none"/>
                    </a:lnL>
                    <a:lnR cap="flat" cmpd="sng" w="28575">
                      <a:solidFill>
                        <a:schemeClr val="lt2"/>
                      </a:solidFill>
                      <a:prstDash val="solid"/>
                      <a:round/>
                      <a:headEnd len="sm" w="sm" type="none"/>
                      <a:tailEnd len="sm" w="sm" type="none"/>
                    </a:lnR>
                    <a:lnT cap="flat" cmpd="sng" w="28575">
                      <a:solidFill>
                        <a:schemeClr val="lt2"/>
                      </a:solidFill>
                      <a:prstDash val="solid"/>
                      <a:round/>
                      <a:headEnd len="sm" w="sm" type="none"/>
                      <a:tailEnd len="sm" w="sm" type="none"/>
                    </a:lnT>
                    <a:lnB cap="flat" cmpd="sng" w="28575">
                      <a:solidFill>
                        <a:schemeClr val="lt2"/>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8"/>
          <p:cNvSpPr txBox="1"/>
          <p:nvPr>
            <p:ph idx="1" type="body"/>
          </p:nvPr>
        </p:nvSpPr>
        <p:spPr>
          <a:xfrm>
            <a:off x="324825" y="884100"/>
            <a:ext cx="8349000" cy="3603300"/>
          </a:xfrm>
          <a:prstGeom prst="rect">
            <a:avLst/>
          </a:prstGeom>
        </p:spPr>
        <p:txBody>
          <a:bodyPr anchorCtr="0" anchor="t" bIns="34275" lIns="68575" spcFirstLastPara="1" rIns="68575" wrap="square" tIns="34275">
            <a:noAutofit/>
          </a:bodyPr>
          <a:lstStyle/>
          <a:p>
            <a:pPr indent="0" lvl="0" marL="0" marR="0" rtl="0" algn="l">
              <a:lnSpc>
                <a:spcPct val="150000"/>
              </a:lnSpc>
              <a:spcBef>
                <a:spcPts val="0"/>
              </a:spcBef>
              <a:spcAft>
                <a:spcPts val="0"/>
              </a:spcAft>
              <a:buNone/>
            </a:pPr>
            <a:r>
              <a:rPr lang="en" sz="1700">
                <a:latin typeface="Tahoma"/>
                <a:ea typeface="Tahoma"/>
                <a:cs typeface="Tahoma"/>
                <a:sym typeface="Tahoma"/>
              </a:rPr>
              <a:t>Task: Train a machine learning model to </a:t>
            </a:r>
            <a:r>
              <a:rPr b="1" lang="en" sz="1700">
                <a:latin typeface="Tahoma"/>
                <a:ea typeface="Tahoma"/>
                <a:cs typeface="Tahoma"/>
                <a:sym typeface="Tahoma"/>
              </a:rPr>
              <a:t>predict</a:t>
            </a:r>
            <a:r>
              <a:rPr lang="en" sz="1700">
                <a:latin typeface="Tahoma"/>
                <a:ea typeface="Tahoma"/>
                <a:cs typeface="Tahoma"/>
                <a:sym typeface="Tahoma"/>
              </a:rPr>
              <a:t> the hardness of a material based only on its density</a:t>
            </a:r>
            <a:endParaRPr sz="1700">
              <a:latin typeface="Tahoma"/>
              <a:ea typeface="Tahoma"/>
              <a:cs typeface="Tahoma"/>
              <a:sym typeface="Tahoma"/>
            </a:endParaRPr>
          </a:p>
          <a:p>
            <a:pPr indent="0" lvl="0" marL="0" marR="0" rtl="0" algn="l">
              <a:lnSpc>
                <a:spcPct val="150000"/>
              </a:lnSpc>
              <a:spcBef>
                <a:spcPts val="0"/>
              </a:spcBef>
              <a:spcAft>
                <a:spcPts val="0"/>
              </a:spcAft>
              <a:buNone/>
            </a:pPr>
            <a:r>
              <a:t/>
            </a:r>
            <a:endParaRPr sz="1700">
              <a:latin typeface="Tahoma"/>
              <a:ea typeface="Tahoma"/>
              <a:cs typeface="Tahoma"/>
              <a:sym typeface="Tahoma"/>
            </a:endParaRPr>
          </a:p>
          <a:p>
            <a:pPr indent="0" lvl="0" marL="0" marR="0" rtl="0" algn="l">
              <a:lnSpc>
                <a:spcPct val="150000"/>
              </a:lnSpc>
              <a:spcBef>
                <a:spcPts val="0"/>
              </a:spcBef>
              <a:spcAft>
                <a:spcPts val="0"/>
              </a:spcAft>
              <a:buNone/>
            </a:pPr>
            <a:r>
              <a:rPr b="1" lang="en" sz="1700">
                <a:latin typeface="Tahoma"/>
                <a:ea typeface="Tahoma"/>
                <a:cs typeface="Tahoma"/>
                <a:sym typeface="Tahoma"/>
              </a:rPr>
              <a:t>What type of machine learning is this?</a:t>
            </a:r>
            <a:r>
              <a:rPr lang="en" sz="1700">
                <a:latin typeface="Tahoma"/>
                <a:ea typeface="Tahoma"/>
                <a:cs typeface="Tahoma"/>
                <a:sym typeface="Tahoma"/>
              </a:rPr>
              <a:t> (Regression vs. classification)</a:t>
            </a:r>
            <a:endParaRPr sz="1700">
              <a:latin typeface="Tahoma"/>
              <a:ea typeface="Tahoma"/>
              <a:cs typeface="Tahoma"/>
              <a:sym typeface="Tahoma"/>
            </a:endParaRPr>
          </a:p>
        </p:txBody>
      </p:sp>
      <p:sp>
        <p:nvSpPr>
          <p:cNvPr id="231" name="Google Shape;231;p38"/>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32" name="Google Shape;232;p38"/>
          <p:cNvSpPr txBox="1"/>
          <p:nvPr>
            <p:ph type="title"/>
          </p:nvPr>
        </p:nvSpPr>
        <p:spPr>
          <a:xfrm>
            <a:off x="241350" y="-33325"/>
            <a:ext cx="78648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Back to the Cell Phone Design Challenge!</a:t>
            </a:r>
            <a:endParaRPr>
              <a:latin typeface="Tahoma"/>
              <a:ea typeface="Tahoma"/>
              <a:cs typeface="Tahoma"/>
              <a:sym typeface="Tahoma"/>
            </a:endParaRPr>
          </a:p>
        </p:txBody>
      </p:sp>
      <p:pic>
        <p:nvPicPr>
          <p:cNvPr id="233" name="Google Shape;233;p38"/>
          <p:cNvPicPr preferRelativeResize="0"/>
          <p:nvPr/>
        </p:nvPicPr>
        <p:blipFill>
          <a:blip r:embed="rId3">
            <a:alphaModFix/>
          </a:blip>
          <a:stretch>
            <a:fillRect/>
          </a:stretch>
        </p:blipFill>
        <p:spPr>
          <a:xfrm>
            <a:off x="1760714" y="2677673"/>
            <a:ext cx="5477228" cy="24658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9"/>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40" name="Google Shape;240;p39"/>
          <p:cNvSpPr txBox="1"/>
          <p:nvPr/>
        </p:nvSpPr>
        <p:spPr>
          <a:xfrm>
            <a:off x="6841925" y="4718900"/>
            <a:ext cx="1749600" cy="1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dlab.berkeley.edu</a:t>
            </a:r>
            <a:endParaRPr i="1" sz="1200"/>
          </a:p>
        </p:txBody>
      </p:sp>
      <p:pic>
        <p:nvPicPr>
          <p:cNvPr id="241" name="Google Shape;241;p39"/>
          <p:cNvPicPr preferRelativeResize="0"/>
          <p:nvPr/>
        </p:nvPicPr>
        <p:blipFill>
          <a:blip r:embed="rId3">
            <a:alphaModFix/>
          </a:blip>
          <a:stretch>
            <a:fillRect/>
          </a:stretch>
        </p:blipFill>
        <p:spPr>
          <a:xfrm>
            <a:off x="2585322" y="0"/>
            <a:ext cx="3973354" cy="5143500"/>
          </a:xfrm>
          <a:prstGeom prst="rect">
            <a:avLst/>
          </a:prstGeom>
          <a:noFill/>
          <a:ln cap="flat" cmpd="sng" w="28575">
            <a:solidFill>
              <a:srgbClr val="4198B5"/>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idx="1" type="body"/>
          </p:nvPr>
        </p:nvSpPr>
        <p:spPr>
          <a:xfrm>
            <a:off x="324825" y="884100"/>
            <a:ext cx="3672300" cy="3603300"/>
          </a:xfrm>
          <a:prstGeom prst="rect">
            <a:avLst/>
          </a:prstGeom>
        </p:spPr>
        <p:txBody>
          <a:bodyPr anchorCtr="0" anchor="t" bIns="34275" lIns="68575" spcFirstLastPara="1" rIns="68575" wrap="square" tIns="34275">
            <a:noAutofit/>
          </a:bodyPr>
          <a:lstStyle/>
          <a:p>
            <a:pPr indent="0" lvl="0" marL="0" marR="0" rtl="0" algn="l">
              <a:lnSpc>
                <a:spcPct val="150000"/>
              </a:lnSpc>
              <a:spcBef>
                <a:spcPts val="0"/>
              </a:spcBef>
              <a:spcAft>
                <a:spcPts val="0"/>
              </a:spcAft>
              <a:buNone/>
            </a:pPr>
            <a:r>
              <a:rPr b="1" lang="en" sz="1700">
                <a:latin typeface="Tahoma"/>
                <a:ea typeface="Tahoma"/>
                <a:cs typeface="Tahoma"/>
                <a:sym typeface="Tahoma"/>
              </a:rPr>
              <a:t>1) Preprocess your data</a:t>
            </a:r>
            <a:endParaRPr b="1" sz="1700">
              <a:latin typeface="Tahoma"/>
              <a:ea typeface="Tahoma"/>
              <a:cs typeface="Tahoma"/>
              <a:sym typeface="Tahoma"/>
            </a:endParaRPr>
          </a:p>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Understanding and cleaning the data (done in previous notebook)</a:t>
            </a:r>
            <a:endParaRPr sz="1700">
              <a:latin typeface="Tahoma"/>
              <a:ea typeface="Tahoma"/>
              <a:cs typeface="Tahoma"/>
              <a:sym typeface="Tahoma"/>
            </a:endParaRPr>
          </a:p>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Create a </a:t>
            </a:r>
            <a:r>
              <a:rPr b="1" lang="en" sz="1700">
                <a:latin typeface="Tahoma"/>
                <a:ea typeface="Tahoma"/>
                <a:cs typeface="Tahoma"/>
                <a:sym typeface="Tahoma"/>
              </a:rPr>
              <a:t>training data set:</a:t>
            </a:r>
            <a:endParaRPr b="1" sz="1700">
              <a:latin typeface="Tahoma"/>
              <a:ea typeface="Tahoma"/>
              <a:cs typeface="Tahoma"/>
              <a:sym typeface="Tahoma"/>
            </a:endParaRPr>
          </a:p>
          <a:p>
            <a:pPr indent="-336550" lvl="1" marL="914400" marR="0" rtl="0" algn="l">
              <a:lnSpc>
                <a:spcPct val="150000"/>
              </a:lnSpc>
              <a:spcBef>
                <a:spcPts val="0"/>
              </a:spcBef>
              <a:spcAft>
                <a:spcPts val="0"/>
              </a:spcAft>
              <a:buSzPts val="1700"/>
              <a:buFont typeface="Tahoma"/>
              <a:buChar char="○"/>
            </a:pPr>
            <a:r>
              <a:rPr lang="en" sz="1700">
                <a:latin typeface="Tahoma"/>
                <a:ea typeface="Tahoma"/>
                <a:cs typeface="Tahoma"/>
                <a:sym typeface="Tahoma"/>
              </a:rPr>
              <a:t>This will be used to train the ML model to predict hardness based on density</a:t>
            </a:r>
            <a:endParaRPr sz="1700">
              <a:latin typeface="Tahoma"/>
              <a:ea typeface="Tahoma"/>
              <a:cs typeface="Tahoma"/>
              <a:sym typeface="Tahoma"/>
            </a:endParaRPr>
          </a:p>
          <a:p>
            <a:pPr indent="-336550" lvl="1" marL="914400" marR="0" rtl="0" algn="l">
              <a:lnSpc>
                <a:spcPct val="150000"/>
              </a:lnSpc>
              <a:spcBef>
                <a:spcPts val="0"/>
              </a:spcBef>
              <a:spcAft>
                <a:spcPts val="0"/>
              </a:spcAft>
              <a:buSzPts val="1700"/>
              <a:buFont typeface="Tahoma"/>
              <a:buChar char="○"/>
            </a:pPr>
            <a:r>
              <a:rPr b="1" i="1" lang="en" sz="1700">
                <a:latin typeface="Tahoma"/>
                <a:ea typeface="Tahoma"/>
                <a:cs typeface="Tahoma"/>
                <a:sym typeface="Tahoma"/>
              </a:rPr>
              <a:t>Data where hardness is already calculated</a:t>
            </a:r>
            <a:r>
              <a:rPr lang="en" sz="1700">
                <a:latin typeface="Tahoma"/>
                <a:ea typeface="Tahoma"/>
                <a:cs typeface="Tahoma"/>
                <a:sym typeface="Tahoma"/>
              </a:rPr>
              <a:t> (i.e. NOT NaN)</a:t>
            </a:r>
            <a:endParaRPr sz="1700">
              <a:latin typeface="Tahoma"/>
              <a:ea typeface="Tahoma"/>
              <a:cs typeface="Tahoma"/>
              <a:sym typeface="Tahoma"/>
            </a:endParaRPr>
          </a:p>
        </p:txBody>
      </p:sp>
      <p:sp>
        <p:nvSpPr>
          <p:cNvPr id="248" name="Google Shape;248;p40"/>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49" name="Google Shape;249;p40"/>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Cell Phone Design Challenge ML Task - Implementation</a:t>
            </a:r>
            <a:endParaRPr>
              <a:latin typeface="Tahoma"/>
              <a:ea typeface="Tahoma"/>
              <a:cs typeface="Tahoma"/>
              <a:sym typeface="Tahoma"/>
            </a:endParaRPr>
          </a:p>
        </p:txBody>
      </p:sp>
      <p:pic>
        <p:nvPicPr>
          <p:cNvPr id="250" name="Google Shape;250;p40"/>
          <p:cNvPicPr preferRelativeResize="0"/>
          <p:nvPr/>
        </p:nvPicPr>
        <p:blipFill rotWithShape="1">
          <a:blip r:embed="rId3">
            <a:alphaModFix/>
          </a:blip>
          <a:srcRect b="8481" l="0" r="0" t="18145"/>
          <a:stretch/>
        </p:blipFill>
        <p:spPr>
          <a:xfrm>
            <a:off x="4685350" y="798775"/>
            <a:ext cx="3973350" cy="3773950"/>
          </a:xfrm>
          <a:prstGeom prst="rect">
            <a:avLst/>
          </a:prstGeom>
          <a:noFill/>
          <a:ln cap="flat" cmpd="sng" w="28575">
            <a:solidFill>
              <a:srgbClr val="4198B5"/>
            </a:solidFill>
            <a:prstDash val="solid"/>
            <a:round/>
            <a:headEnd len="sm" w="sm" type="none"/>
            <a:tailEnd len="sm" w="sm" type="none"/>
          </a:ln>
        </p:spPr>
      </p:pic>
      <p:sp>
        <p:nvSpPr>
          <p:cNvPr id="251" name="Google Shape;251;p40"/>
          <p:cNvSpPr/>
          <p:nvPr/>
        </p:nvSpPr>
        <p:spPr>
          <a:xfrm>
            <a:off x="4727550" y="842040"/>
            <a:ext cx="2181300" cy="4869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idx="1" type="body"/>
          </p:nvPr>
        </p:nvSpPr>
        <p:spPr>
          <a:xfrm>
            <a:off x="324825" y="884100"/>
            <a:ext cx="3672300" cy="3603300"/>
          </a:xfrm>
          <a:prstGeom prst="rect">
            <a:avLst/>
          </a:prstGeom>
        </p:spPr>
        <p:txBody>
          <a:bodyPr anchorCtr="0" anchor="t" bIns="34275" lIns="68575" spcFirstLastPara="1" rIns="68575" wrap="square" tIns="34275">
            <a:noAutofit/>
          </a:bodyPr>
          <a:lstStyle/>
          <a:p>
            <a:pPr indent="0" lvl="0" marL="0" marR="0" rtl="0" algn="l">
              <a:lnSpc>
                <a:spcPct val="150000"/>
              </a:lnSpc>
              <a:spcBef>
                <a:spcPts val="0"/>
              </a:spcBef>
              <a:spcAft>
                <a:spcPts val="0"/>
              </a:spcAft>
              <a:buNone/>
            </a:pPr>
            <a:r>
              <a:rPr lang="en" sz="1700">
                <a:latin typeface="Tahoma"/>
                <a:ea typeface="Tahoma"/>
                <a:cs typeface="Tahoma"/>
                <a:sym typeface="Tahoma"/>
              </a:rPr>
              <a:t>In the end you should have the following sets of data </a:t>
            </a:r>
            <a:endParaRPr sz="1700">
              <a:latin typeface="Tahoma"/>
              <a:ea typeface="Tahoma"/>
              <a:cs typeface="Tahoma"/>
              <a:sym typeface="Tahoma"/>
            </a:endParaRPr>
          </a:p>
          <a:p>
            <a:pPr indent="0" lvl="0" marL="0" marR="0" rtl="0" algn="l">
              <a:lnSpc>
                <a:spcPct val="150000"/>
              </a:lnSpc>
              <a:spcBef>
                <a:spcPts val="0"/>
              </a:spcBef>
              <a:spcAft>
                <a:spcPts val="0"/>
              </a:spcAft>
              <a:buNone/>
            </a:pPr>
            <a:r>
              <a:t/>
            </a:r>
            <a:endParaRPr sz="1700">
              <a:latin typeface="Tahoma"/>
              <a:ea typeface="Tahoma"/>
              <a:cs typeface="Tahoma"/>
              <a:sym typeface="Tahoma"/>
            </a:endParaRPr>
          </a:p>
          <a:p>
            <a:pPr indent="0" lvl="0" marL="0" marR="0" rtl="0" algn="l">
              <a:lnSpc>
                <a:spcPct val="150000"/>
              </a:lnSpc>
              <a:spcBef>
                <a:spcPts val="0"/>
              </a:spcBef>
              <a:spcAft>
                <a:spcPts val="0"/>
              </a:spcAft>
              <a:buNone/>
            </a:pPr>
            <a:r>
              <a:rPr b="1" lang="en" sz="1700">
                <a:latin typeface="Tahoma"/>
                <a:ea typeface="Tahoma"/>
                <a:cs typeface="Tahoma"/>
                <a:sym typeface="Tahoma"/>
              </a:rPr>
              <a:t>X (training data): </a:t>
            </a:r>
            <a:r>
              <a:rPr lang="en" sz="1700">
                <a:latin typeface="Tahoma"/>
                <a:ea typeface="Tahoma"/>
                <a:cs typeface="Tahoma"/>
                <a:sym typeface="Tahoma"/>
              </a:rPr>
              <a:t>Density for each material.</a:t>
            </a:r>
            <a:endParaRPr sz="1700">
              <a:latin typeface="Tahoma"/>
              <a:ea typeface="Tahoma"/>
              <a:cs typeface="Tahoma"/>
              <a:sym typeface="Tahoma"/>
            </a:endParaRPr>
          </a:p>
          <a:p>
            <a:pPr indent="0" lvl="0" marL="0" marR="0" rtl="0" algn="l">
              <a:lnSpc>
                <a:spcPct val="150000"/>
              </a:lnSpc>
              <a:spcBef>
                <a:spcPts val="0"/>
              </a:spcBef>
              <a:spcAft>
                <a:spcPts val="0"/>
              </a:spcAft>
              <a:buNone/>
            </a:pPr>
            <a:r>
              <a:t/>
            </a:r>
            <a:endParaRPr sz="1700">
              <a:latin typeface="Tahoma"/>
              <a:ea typeface="Tahoma"/>
              <a:cs typeface="Tahoma"/>
              <a:sym typeface="Tahoma"/>
            </a:endParaRPr>
          </a:p>
          <a:p>
            <a:pPr indent="0" lvl="0" marL="0" marR="0" rtl="0" algn="l">
              <a:lnSpc>
                <a:spcPct val="150000"/>
              </a:lnSpc>
              <a:spcBef>
                <a:spcPts val="0"/>
              </a:spcBef>
              <a:spcAft>
                <a:spcPts val="0"/>
              </a:spcAft>
              <a:buNone/>
            </a:pPr>
            <a:r>
              <a:rPr b="1" lang="en" sz="1700">
                <a:latin typeface="Tahoma"/>
                <a:ea typeface="Tahoma"/>
                <a:cs typeface="Tahoma"/>
                <a:sym typeface="Tahoma"/>
              </a:rPr>
              <a:t>y (target variable): </a:t>
            </a:r>
            <a:r>
              <a:rPr lang="en" sz="1700">
                <a:latin typeface="Tahoma"/>
                <a:ea typeface="Tahoma"/>
                <a:cs typeface="Tahoma"/>
                <a:sym typeface="Tahoma"/>
              </a:rPr>
              <a:t>Hardness for each material.</a:t>
            </a:r>
            <a:endParaRPr sz="1700">
              <a:latin typeface="Tahoma"/>
              <a:ea typeface="Tahoma"/>
              <a:cs typeface="Tahoma"/>
              <a:sym typeface="Tahoma"/>
            </a:endParaRPr>
          </a:p>
          <a:p>
            <a:pPr indent="0" lvl="0" marL="0" marR="0" rtl="0" algn="l">
              <a:lnSpc>
                <a:spcPct val="150000"/>
              </a:lnSpc>
              <a:spcBef>
                <a:spcPts val="0"/>
              </a:spcBef>
              <a:spcAft>
                <a:spcPts val="0"/>
              </a:spcAft>
              <a:buNone/>
            </a:pPr>
            <a:r>
              <a:t/>
            </a:r>
            <a:endParaRPr sz="1700">
              <a:latin typeface="Tahoma"/>
              <a:ea typeface="Tahoma"/>
              <a:cs typeface="Tahoma"/>
              <a:sym typeface="Tahoma"/>
            </a:endParaRPr>
          </a:p>
          <a:p>
            <a:pPr indent="0" lvl="0" marL="0" marR="0" rtl="0" algn="l">
              <a:lnSpc>
                <a:spcPct val="150000"/>
              </a:lnSpc>
              <a:spcBef>
                <a:spcPts val="0"/>
              </a:spcBef>
              <a:spcAft>
                <a:spcPts val="0"/>
              </a:spcAft>
              <a:buNone/>
            </a:pPr>
            <a:r>
              <a:t/>
            </a:r>
            <a:endParaRPr sz="1700">
              <a:latin typeface="Tahoma"/>
              <a:ea typeface="Tahoma"/>
              <a:cs typeface="Tahoma"/>
              <a:sym typeface="Tahoma"/>
            </a:endParaRPr>
          </a:p>
        </p:txBody>
      </p:sp>
      <p:sp>
        <p:nvSpPr>
          <p:cNvPr id="258" name="Google Shape;258;p41"/>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59" name="Google Shape;259;p41"/>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Cell Phone Design Challenge ML Task - Implementation</a:t>
            </a:r>
            <a:endParaRPr>
              <a:latin typeface="Tahoma"/>
              <a:ea typeface="Tahoma"/>
              <a:cs typeface="Tahoma"/>
              <a:sym typeface="Tahoma"/>
            </a:endParaRPr>
          </a:p>
        </p:txBody>
      </p:sp>
      <p:sp>
        <p:nvSpPr>
          <p:cNvPr id="260" name="Google Shape;260;p41"/>
          <p:cNvSpPr txBox="1"/>
          <p:nvPr/>
        </p:nvSpPr>
        <p:spPr>
          <a:xfrm>
            <a:off x="4507650" y="824075"/>
            <a:ext cx="4065000" cy="38946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n" sz="1700">
                <a:solidFill>
                  <a:schemeClr val="lt1"/>
                </a:solidFill>
                <a:latin typeface="Tahoma"/>
                <a:ea typeface="Tahoma"/>
                <a:cs typeface="Tahoma"/>
                <a:sym typeface="Tahoma"/>
              </a:rPr>
              <a:t>Remember our goal: train a machine learning model to predict the hardness of a material based only on its density.</a:t>
            </a:r>
            <a:endParaRPr i="1" sz="1700">
              <a:solidFill>
                <a:schemeClr val="lt1"/>
              </a:solidFill>
              <a:latin typeface="Tahoma"/>
              <a:ea typeface="Tahoma"/>
              <a:cs typeface="Tahoma"/>
              <a:sym typeface="Tahoma"/>
            </a:endParaRPr>
          </a:p>
          <a:p>
            <a:pPr indent="0" lvl="0" marL="0" rtl="0" algn="l">
              <a:lnSpc>
                <a:spcPct val="150000"/>
              </a:lnSpc>
              <a:spcBef>
                <a:spcPts val="0"/>
              </a:spcBef>
              <a:spcAft>
                <a:spcPts val="0"/>
              </a:spcAft>
              <a:buNone/>
            </a:pPr>
            <a:r>
              <a:t/>
            </a:r>
            <a:endParaRPr i="1" sz="1700">
              <a:solidFill>
                <a:schemeClr val="lt1"/>
              </a:solidFill>
              <a:latin typeface="Tahoma"/>
              <a:ea typeface="Tahoma"/>
              <a:cs typeface="Tahoma"/>
              <a:sym typeface="Tahoma"/>
            </a:endParaRPr>
          </a:p>
          <a:p>
            <a:pPr indent="0" lvl="0" marL="0" rtl="0" algn="l">
              <a:lnSpc>
                <a:spcPct val="150000"/>
              </a:lnSpc>
              <a:spcBef>
                <a:spcPts val="0"/>
              </a:spcBef>
              <a:spcAft>
                <a:spcPts val="0"/>
              </a:spcAft>
              <a:buNone/>
            </a:pPr>
            <a:r>
              <a:rPr i="1" lang="en" sz="1700">
                <a:solidFill>
                  <a:schemeClr val="lt1"/>
                </a:solidFill>
                <a:latin typeface="Tahoma"/>
                <a:ea typeface="Tahoma"/>
                <a:cs typeface="Tahoma"/>
                <a:sym typeface="Tahoma"/>
              </a:rPr>
              <a:t>In order to train the model, we need to first give it data of materials that have density and hardness values.</a:t>
            </a:r>
            <a:endParaRPr i="1" sz="1700">
              <a:solidFill>
                <a:schemeClr val="lt1"/>
              </a:solidFill>
              <a:latin typeface="Tahoma"/>
              <a:ea typeface="Tahoma"/>
              <a:cs typeface="Tahoma"/>
              <a:sym typeface="Tahoma"/>
            </a:endParaRPr>
          </a:p>
          <a:p>
            <a:pPr indent="0" lvl="0" marL="0" rtl="0" algn="l">
              <a:lnSpc>
                <a:spcPct val="150000"/>
              </a:lnSpc>
              <a:spcBef>
                <a:spcPts val="0"/>
              </a:spcBef>
              <a:spcAft>
                <a:spcPts val="0"/>
              </a:spcAft>
              <a:buNone/>
            </a:pPr>
            <a:r>
              <a:t/>
            </a:r>
            <a:endParaRPr i="1" sz="1700">
              <a:solidFill>
                <a:schemeClr val="lt1"/>
              </a:solidFill>
              <a:latin typeface="Tahoma"/>
              <a:ea typeface="Tahoma"/>
              <a:cs typeface="Tahoma"/>
              <a:sym typeface="Tahoma"/>
            </a:endParaRPr>
          </a:p>
          <a:p>
            <a:pPr indent="0" lvl="0" marL="0" rtl="0" algn="l">
              <a:lnSpc>
                <a:spcPct val="150000"/>
              </a:lnSpc>
              <a:spcBef>
                <a:spcPts val="0"/>
              </a:spcBef>
              <a:spcAft>
                <a:spcPts val="0"/>
              </a:spcAft>
              <a:buNone/>
            </a:pPr>
            <a:r>
              <a:rPr i="1" lang="en" sz="1700">
                <a:solidFill>
                  <a:schemeClr val="lt1"/>
                </a:solidFill>
                <a:latin typeface="Tahoma"/>
                <a:ea typeface="Tahoma"/>
                <a:cs typeface="Tahoma"/>
                <a:sym typeface="Tahoma"/>
              </a:rPr>
              <a:t>Once the model is trained, we can use it for predictions.</a:t>
            </a:r>
            <a:endParaRPr i="1" sz="1700">
              <a:solidFill>
                <a:schemeClr val="lt1"/>
              </a:solidFill>
              <a:latin typeface="Tahoma"/>
              <a:ea typeface="Tahoma"/>
              <a:cs typeface="Tahoma"/>
              <a:sym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idx="1" type="body"/>
          </p:nvPr>
        </p:nvSpPr>
        <p:spPr>
          <a:xfrm>
            <a:off x="324825" y="884100"/>
            <a:ext cx="3672300" cy="3603300"/>
          </a:xfrm>
          <a:prstGeom prst="rect">
            <a:avLst/>
          </a:prstGeom>
        </p:spPr>
        <p:txBody>
          <a:bodyPr anchorCtr="0" anchor="t" bIns="34275" lIns="68575" spcFirstLastPara="1" rIns="68575" wrap="square" tIns="34275">
            <a:noAutofit/>
          </a:bodyPr>
          <a:lstStyle/>
          <a:p>
            <a:pPr indent="0" lvl="0" marL="0" marR="0" rtl="0" algn="l">
              <a:lnSpc>
                <a:spcPct val="150000"/>
              </a:lnSpc>
              <a:spcBef>
                <a:spcPts val="0"/>
              </a:spcBef>
              <a:spcAft>
                <a:spcPts val="0"/>
              </a:spcAft>
              <a:buNone/>
            </a:pPr>
            <a:r>
              <a:rPr b="1" lang="en" sz="1700">
                <a:latin typeface="Tahoma"/>
                <a:ea typeface="Tahoma"/>
                <a:cs typeface="Tahoma"/>
                <a:sym typeface="Tahoma"/>
              </a:rPr>
              <a:t>2) Specify a model</a:t>
            </a:r>
            <a:endParaRPr b="1" sz="1700">
              <a:latin typeface="Tahoma"/>
              <a:ea typeface="Tahoma"/>
              <a:cs typeface="Tahoma"/>
              <a:sym typeface="Tahoma"/>
            </a:endParaRPr>
          </a:p>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Python machine learning library </a:t>
            </a:r>
            <a:r>
              <a:rPr b="1" lang="en" sz="1700">
                <a:latin typeface="Tahoma"/>
                <a:ea typeface="Tahoma"/>
                <a:cs typeface="Tahoma"/>
                <a:sym typeface="Tahoma"/>
              </a:rPr>
              <a:t>scikit-learn</a:t>
            </a:r>
            <a:r>
              <a:rPr lang="en" sz="1700">
                <a:latin typeface="Tahoma"/>
                <a:ea typeface="Tahoma"/>
                <a:cs typeface="Tahoma"/>
                <a:sym typeface="Tahoma"/>
              </a:rPr>
              <a:t> implements various machine learning models</a:t>
            </a:r>
            <a:endParaRPr sz="1700">
              <a:latin typeface="Tahoma"/>
              <a:ea typeface="Tahoma"/>
              <a:cs typeface="Tahoma"/>
              <a:sym typeface="Tahoma"/>
            </a:endParaRPr>
          </a:p>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We will be using the </a:t>
            </a:r>
            <a:r>
              <a:rPr b="1" lang="en" sz="1700">
                <a:latin typeface="Tahoma"/>
                <a:ea typeface="Tahoma"/>
                <a:cs typeface="Tahoma"/>
                <a:sym typeface="Tahoma"/>
              </a:rPr>
              <a:t>Random Forest Regressor</a:t>
            </a:r>
            <a:r>
              <a:rPr lang="en" sz="1700">
                <a:latin typeface="Tahoma"/>
                <a:ea typeface="Tahoma"/>
                <a:cs typeface="Tahoma"/>
                <a:sym typeface="Tahoma"/>
              </a:rPr>
              <a:t> model</a:t>
            </a:r>
            <a:endParaRPr sz="1700">
              <a:latin typeface="Tahoma"/>
              <a:ea typeface="Tahoma"/>
              <a:cs typeface="Tahoma"/>
              <a:sym typeface="Tahoma"/>
            </a:endParaRPr>
          </a:p>
        </p:txBody>
      </p:sp>
      <p:sp>
        <p:nvSpPr>
          <p:cNvPr id="267" name="Google Shape;267;p42"/>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68" name="Google Shape;268;p42"/>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Cell Phone Design Challenge ML Task - Implementation</a:t>
            </a:r>
            <a:endParaRPr>
              <a:latin typeface="Tahoma"/>
              <a:ea typeface="Tahoma"/>
              <a:cs typeface="Tahoma"/>
              <a:sym typeface="Tahoma"/>
            </a:endParaRPr>
          </a:p>
        </p:txBody>
      </p:sp>
      <p:pic>
        <p:nvPicPr>
          <p:cNvPr id="269" name="Google Shape;269;p42"/>
          <p:cNvPicPr preferRelativeResize="0"/>
          <p:nvPr/>
        </p:nvPicPr>
        <p:blipFill rotWithShape="1">
          <a:blip r:embed="rId3">
            <a:alphaModFix/>
          </a:blip>
          <a:srcRect b="8481" l="0" r="0" t="18145"/>
          <a:stretch/>
        </p:blipFill>
        <p:spPr>
          <a:xfrm>
            <a:off x="4685350" y="798775"/>
            <a:ext cx="3973350" cy="3773950"/>
          </a:xfrm>
          <a:prstGeom prst="rect">
            <a:avLst/>
          </a:prstGeom>
          <a:noFill/>
          <a:ln cap="flat" cmpd="sng" w="28575">
            <a:solidFill>
              <a:srgbClr val="4198B5"/>
            </a:solidFill>
            <a:prstDash val="solid"/>
            <a:round/>
            <a:headEnd len="sm" w="sm" type="none"/>
            <a:tailEnd len="sm" w="sm" type="none"/>
          </a:ln>
        </p:spPr>
      </p:pic>
      <p:sp>
        <p:nvSpPr>
          <p:cNvPr id="270" name="Google Shape;270;p42"/>
          <p:cNvSpPr/>
          <p:nvPr/>
        </p:nvSpPr>
        <p:spPr>
          <a:xfrm>
            <a:off x="4727550" y="1832640"/>
            <a:ext cx="2181300" cy="4869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ph idx="1" type="body"/>
          </p:nvPr>
        </p:nvSpPr>
        <p:spPr>
          <a:xfrm>
            <a:off x="324825" y="884100"/>
            <a:ext cx="3672300" cy="3603300"/>
          </a:xfrm>
          <a:prstGeom prst="rect">
            <a:avLst/>
          </a:prstGeom>
        </p:spPr>
        <p:txBody>
          <a:bodyPr anchorCtr="0" anchor="t" bIns="34275" lIns="68575" spcFirstLastPara="1" rIns="68575" wrap="square" tIns="34275">
            <a:noAutofit/>
          </a:bodyPr>
          <a:lstStyle/>
          <a:p>
            <a:pPr indent="0" lvl="0" marL="0" marR="0" rtl="0" algn="l">
              <a:lnSpc>
                <a:spcPct val="150000"/>
              </a:lnSpc>
              <a:spcBef>
                <a:spcPts val="0"/>
              </a:spcBef>
              <a:spcAft>
                <a:spcPts val="0"/>
              </a:spcAft>
              <a:buNone/>
            </a:pPr>
            <a:r>
              <a:rPr b="1" lang="en" sz="1700">
                <a:latin typeface="Tahoma"/>
                <a:ea typeface="Tahoma"/>
                <a:cs typeface="Tahoma"/>
                <a:sym typeface="Tahoma"/>
              </a:rPr>
              <a:t>3</a:t>
            </a:r>
            <a:r>
              <a:rPr b="1" lang="en" sz="1700">
                <a:latin typeface="Tahoma"/>
                <a:ea typeface="Tahoma"/>
                <a:cs typeface="Tahoma"/>
                <a:sym typeface="Tahoma"/>
              </a:rPr>
              <a:t>) Train the model</a:t>
            </a:r>
            <a:endParaRPr b="1" sz="1700">
              <a:latin typeface="Tahoma"/>
              <a:ea typeface="Tahoma"/>
              <a:cs typeface="Tahoma"/>
              <a:sym typeface="Tahoma"/>
            </a:endParaRPr>
          </a:p>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Provide the model with the </a:t>
            </a:r>
            <a:r>
              <a:rPr b="1" lang="en" sz="1700">
                <a:latin typeface="Tahoma"/>
                <a:ea typeface="Tahoma"/>
                <a:cs typeface="Tahoma"/>
                <a:sym typeface="Tahoma"/>
              </a:rPr>
              <a:t>training data:</a:t>
            </a:r>
            <a:r>
              <a:rPr lang="en" sz="1700">
                <a:latin typeface="Tahoma"/>
                <a:ea typeface="Tahoma"/>
                <a:cs typeface="Tahoma"/>
                <a:sym typeface="Tahoma"/>
              </a:rPr>
              <a:t> density of materials which already has the hardness calculated</a:t>
            </a:r>
            <a:endParaRPr sz="1700">
              <a:latin typeface="Tahoma"/>
              <a:ea typeface="Tahoma"/>
              <a:cs typeface="Tahoma"/>
              <a:sym typeface="Tahoma"/>
            </a:endParaRPr>
          </a:p>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Provide the model with the </a:t>
            </a:r>
            <a:r>
              <a:rPr b="1" lang="en" sz="1700">
                <a:latin typeface="Tahoma"/>
                <a:ea typeface="Tahoma"/>
                <a:cs typeface="Tahoma"/>
                <a:sym typeface="Tahoma"/>
              </a:rPr>
              <a:t>target property:</a:t>
            </a:r>
            <a:r>
              <a:rPr lang="en" sz="1700">
                <a:latin typeface="Tahoma"/>
                <a:ea typeface="Tahoma"/>
                <a:cs typeface="Tahoma"/>
                <a:sym typeface="Tahoma"/>
              </a:rPr>
              <a:t> hardness of materials</a:t>
            </a:r>
            <a:endParaRPr sz="1700">
              <a:latin typeface="Tahoma"/>
              <a:ea typeface="Tahoma"/>
              <a:cs typeface="Tahoma"/>
              <a:sym typeface="Tahoma"/>
            </a:endParaRPr>
          </a:p>
        </p:txBody>
      </p:sp>
      <p:sp>
        <p:nvSpPr>
          <p:cNvPr id="277" name="Google Shape;277;p43"/>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78" name="Google Shape;278;p43"/>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Cell Phone Design Challenge ML Task - Implementation</a:t>
            </a:r>
            <a:endParaRPr>
              <a:latin typeface="Tahoma"/>
              <a:ea typeface="Tahoma"/>
              <a:cs typeface="Tahoma"/>
              <a:sym typeface="Tahoma"/>
            </a:endParaRPr>
          </a:p>
        </p:txBody>
      </p:sp>
      <p:pic>
        <p:nvPicPr>
          <p:cNvPr id="279" name="Google Shape;279;p43"/>
          <p:cNvPicPr preferRelativeResize="0"/>
          <p:nvPr/>
        </p:nvPicPr>
        <p:blipFill rotWithShape="1">
          <a:blip r:embed="rId3">
            <a:alphaModFix/>
          </a:blip>
          <a:srcRect b="8481" l="0" r="0" t="18145"/>
          <a:stretch/>
        </p:blipFill>
        <p:spPr>
          <a:xfrm>
            <a:off x="4685350" y="798775"/>
            <a:ext cx="3973350" cy="3773950"/>
          </a:xfrm>
          <a:prstGeom prst="rect">
            <a:avLst/>
          </a:prstGeom>
          <a:noFill/>
          <a:ln cap="flat" cmpd="sng" w="28575">
            <a:solidFill>
              <a:srgbClr val="4198B5"/>
            </a:solidFill>
            <a:prstDash val="solid"/>
            <a:round/>
            <a:headEnd len="sm" w="sm" type="none"/>
            <a:tailEnd len="sm" w="sm" type="none"/>
          </a:ln>
        </p:spPr>
      </p:pic>
      <p:sp>
        <p:nvSpPr>
          <p:cNvPr id="280" name="Google Shape;280;p43"/>
          <p:cNvSpPr/>
          <p:nvPr/>
        </p:nvSpPr>
        <p:spPr>
          <a:xfrm>
            <a:off x="4737700" y="2897865"/>
            <a:ext cx="2181300" cy="4869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4"/>
          <p:cNvSpPr txBox="1"/>
          <p:nvPr>
            <p:ph idx="1" type="body"/>
          </p:nvPr>
        </p:nvSpPr>
        <p:spPr>
          <a:xfrm>
            <a:off x="324825" y="884100"/>
            <a:ext cx="3672300" cy="3603300"/>
          </a:xfrm>
          <a:prstGeom prst="rect">
            <a:avLst/>
          </a:prstGeom>
        </p:spPr>
        <p:txBody>
          <a:bodyPr anchorCtr="0" anchor="t" bIns="34275" lIns="68575" spcFirstLastPara="1" rIns="68575" wrap="square" tIns="34275">
            <a:noAutofit/>
          </a:bodyPr>
          <a:lstStyle/>
          <a:p>
            <a:pPr indent="0" lvl="0" marL="0" marR="0" rtl="0" algn="l">
              <a:lnSpc>
                <a:spcPct val="150000"/>
              </a:lnSpc>
              <a:spcBef>
                <a:spcPts val="0"/>
              </a:spcBef>
              <a:spcAft>
                <a:spcPts val="0"/>
              </a:spcAft>
              <a:buNone/>
            </a:pPr>
            <a:r>
              <a:rPr b="1" lang="en" sz="1700">
                <a:latin typeface="Tahoma"/>
                <a:ea typeface="Tahoma"/>
                <a:cs typeface="Tahoma"/>
                <a:sym typeface="Tahoma"/>
              </a:rPr>
              <a:t>4) Evaluate the model</a:t>
            </a:r>
            <a:endParaRPr b="1" sz="1700">
              <a:latin typeface="Tahoma"/>
              <a:ea typeface="Tahoma"/>
              <a:cs typeface="Tahoma"/>
              <a:sym typeface="Tahoma"/>
            </a:endParaRPr>
          </a:p>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Compare the predicted hardness from the ML model to the actual hardness of materials</a:t>
            </a:r>
            <a:endParaRPr sz="1700">
              <a:latin typeface="Tahoma"/>
              <a:ea typeface="Tahoma"/>
              <a:cs typeface="Tahoma"/>
              <a:sym typeface="Tahoma"/>
            </a:endParaRPr>
          </a:p>
          <a:p>
            <a:pPr indent="0" lvl="0" marL="457200" marR="0" rtl="0" algn="l">
              <a:lnSpc>
                <a:spcPct val="150000"/>
              </a:lnSpc>
              <a:spcBef>
                <a:spcPts val="0"/>
              </a:spcBef>
              <a:spcAft>
                <a:spcPts val="0"/>
              </a:spcAft>
              <a:buNone/>
            </a:pPr>
            <a:r>
              <a:t/>
            </a:r>
            <a:endParaRPr sz="1700">
              <a:latin typeface="Tahoma"/>
              <a:ea typeface="Tahoma"/>
              <a:cs typeface="Tahoma"/>
              <a:sym typeface="Tahoma"/>
            </a:endParaRPr>
          </a:p>
          <a:p>
            <a:pPr indent="-336550" lvl="0" marL="457200" marR="0" rtl="0" algn="l">
              <a:lnSpc>
                <a:spcPct val="150000"/>
              </a:lnSpc>
              <a:spcBef>
                <a:spcPts val="0"/>
              </a:spcBef>
              <a:spcAft>
                <a:spcPts val="0"/>
              </a:spcAft>
              <a:buSzPts val="1700"/>
              <a:buFont typeface="Tahoma"/>
              <a:buChar char="●"/>
            </a:pPr>
            <a:r>
              <a:rPr lang="en" sz="1700">
                <a:latin typeface="Tahoma"/>
                <a:ea typeface="Tahoma"/>
                <a:cs typeface="Tahoma"/>
                <a:sym typeface="Tahoma"/>
              </a:rPr>
              <a:t>How can we quantify this comparison?</a:t>
            </a:r>
            <a:endParaRPr sz="1700">
              <a:latin typeface="Tahoma"/>
              <a:ea typeface="Tahoma"/>
              <a:cs typeface="Tahoma"/>
              <a:sym typeface="Tahoma"/>
            </a:endParaRPr>
          </a:p>
        </p:txBody>
      </p:sp>
      <p:sp>
        <p:nvSpPr>
          <p:cNvPr id="287" name="Google Shape;287;p44"/>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88" name="Google Shape;288;p44"/>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Cell Phone Design Challenge ML Task - Implementation</a:t>
            </a:r>
            <a:endParaRPr>
              <a:latin typeface="Tahoma"/>
              <a:ea typeface="Tahoma"/>
              <a:cs typeface="Tahoma"/>
              <a:sym typeface="Tahoma"/>
            </a:endParaRPr>
          </a:p>
        </p:txBody>
      </p:sp>
      <p:pic>
        <p:nvPicPr>
          <p:cNvPr id="289" name="Google Shape;289;p44"/>
          <p:cNvPicPr preferRelativeResize="0"/>
          <p:nvPr/>
        </p:nvPicPr>
        <p:blipFill rotWithShape="1">
          <a:blip r:embed="rId3">
            <a:alphaModFix/>
          </a:blip>
          <a:srcRect b="8481" l="0" r="0" t="18145"/>
          <a:stretch/>
        </p:blipFill>
        <p:spPr>
          <a:xfrm>
            <a:off x="4685350" y="798775"/>
            <a:ext cx="3973350" cy="3773950"/>
          </a:xfrm>
          <a:prstGeom prst="rect">
            <a:avLst/>
          </a:prstGeom>
          <a:noFill/>
          <a:ln cap="flat" cmpd="sng" w="28575">
            <a:solidFill>
              <a:srgbClr val="4198B5"/>
            </a:solidFill>
            <a:prstDash val="solid"/>
            <a:round/>
            <a:headEnd len="sm" w="sm" type="none"/>
            <a:tailEnd len="sm" w="sm" type="none"/>
          </a:ln>
        </p:spPr>
      </p:pic>
      <p:sp>
        <p:nvSpPr>
          <p:cNvPr id="290" name="Google Shape;290;p44"/>
          <p:cNvSpPr/>
          <p:nvPr/>
        </p:nvSpPr>
        <p:spPr>
          <a:xfrm>
            <a:off x="4737700" y="3912365"/>
            <a:ext cx="2181300" cy="4869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5"/>
          <p:cNvSpPr txBox="1"/>
          <p:nvPr>
            <p:ph idx="1" type="body"/>
          </p:nvPr>
        </p:nvSpPr>
        <p:spPr>
          <a:xfrm>
            <a:off x="324825" y="884100"/>
            <a:ext cx="8288400" cy="3603300"/>
          </a:xfrm>
          <a:prstGeom prst="rect">
            <a:avLst/>
          </a:prstGeom>
        </p:spPr>
        <p:txBody>
          <a:bodyPr anchorCtr="0" anchor="t" bIns="34275" lIns="68575" spcFirstLastPara="1" rIns="68575" wrap="square" tIns="34275">
            <a:noAutofit/>
          </a:bodyPr>
          <a:lstStyle/>
          <a:p>
            <a:pPr indent="-336550" lvl="0" marL="457200" marR="0" rtl="0" algn="l">
              <a:lnSpc>
                <a:spcPct val="150000"/>
              </a:lnSpc>
              <a:spcBef>
                <a:spcPts val="0"/>
              </a:spcBef>
              <a:spcAft>
                <a:spcPts val="0"/>
              </a:spcAft>
              <a:buSzPts val="1700"/>
              <a:buFont typeface="Tahoma"/>
              <a:buChar char="●"/>
            </a:pPr>
            <a:r>
              <a:rPr b="1" lang="en" sz="1700">
                <a:latin typeface="Tahoma"/>
                <a:ea typeface="Tahoma"/>
                <a:cs typeface="Tahoma"/>
                <a:sym typeface="Tahoma"/>
              </a:rPr>
              <a:t>Root Mean Squared Error (RMSE)</a:t>
            </a:r>
            <a:endParaRPr b="1" sz="1700">
              <a:latin typeface="Tahoma"/>
              <a:ea typeface="Tahoma"/>
              <a:cs typeface="Tahoma"/>
              <a:sym typeface="Tahoma"/>
            </a:endParaRPr>
          </a:p>
          <a:p>
            <a:pPr indent="-336550" lvl="1" marL="914400" marR="0" rtl="0" algn="l">
              <a:lnSpc>
                <a:spcPct val="150000"/>
              </a:lnSpc>
              <a:spcBef>
                <a:spcPts val="0"/>
              </a:spcBef>
              <a:spcAft>
                <a:spcPts val="0"/>
              </a:spcAft>
              <a:buSzPts val="1700"/>
              <a:buFont typeface="Tahoma"/>
              <a:buChar char="○"/>
            </a:pPr>
            <a:r>
              <a:rPr lang="en" sz="1700">
                <a:latin typeface="Tahoma"/>
                <a:ea typeface="Tahoma"/>
                <a:cs typeface="Tahoma"/>
                <a:sym typeface="Tahoma"/>
              </a:rPr>
              <a:t>Shows how close the actual values are to the model’s predicted values</a:t>
            </a:r>
            <a:endParaRPr sz="1700">
              <a:latin typeface="Tahoma"/>
              <a:ea typeface="Tahoma"/>
              <a:cs typeface="Tahoma"/>
              <a:sym typeface="Tahoma"/>
            </a:endParaRPr>
          </a:p>
          <a:p>
            <a:pPr indent="-336550" lvl="1" marL="914400" marR="0" rtl="0" algn="l">
              <a:lnSpc>
                <a:spcPct val="150000"/>
              </a:lnSpc>
              <a:spcBef>
                <a:spcPts val="0"/>
              </a:spcBef>
              <a:spcAft>
                <a:spcPts val="0"/>
              </a:spcAft>
              <a:buSzPts val="1700"/>
              <a:buFont typeface="Tahoma"/>
              <a:buChar char="○"/>
            </a:pPr>
            <a:r>
              <a:rPr lang="en" sz="1700">
                <a:latin typeface="Tahoma"/>
                <a:ea typeface="Tahoma"/>
                <a:cs typeface="Tahoma"/>
                <a:sym typeface="Tahoma"/>
              </a:rPr>
              <a:t>The smaller the RMSE, the better the fit</a:t>
            </a:r>
            <a:endParaRPr sz="1700">
              <a:latin typeface="Tahoma"/>
              <a:ea typeface="Tahoma"/>
              <a:cs typeface="Tahoma"/>
              <a:sym typeface="Tahoma"/>
            </a:endParaRPr>
          </a:p>
        </p:txBody>
      </p:sp>
      <p:sp>
        <p:nvSpPr>
          <p:cNvPr id="297" name="Google Shape;297;p45"/>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298" name="Google Shape;298;p45"/>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Evaluating a Machine Learning Model</a:t>
            </a:r>
            <a:endParaRPr>
              <a:latin typeface="Tahoma"/>
              <a:ea typeface="Tahoma"/>
              <a:cs typeface="Tahoma"/>
              <a:sym typeface="Tahoma"/>
            </a:endParaRPr>
          </a:p>
        </p:txBody>
      </p:sp>
      <p:pic>
        <p:nvPicPr>
          <p:cNvPr id="299" name="Google Shape;299;p45"/>
          <p:cNvPicPr preferRelativeResize="0"/>
          <p:nvPr/>
        </p:nvPicPr>
        <p:blipFill>
          <a:blip r:embed="rId3">
            <a:alphaModFix/>
          </a:blip>
          <a:stretch>
            <a:fillRect/>
          </a:stretch>
        </p:blipFill>
        <p:spPr>
          <a:xfrm>
            <a:off x="2320486" y="2135000"/>
            <a:ext cx="4297075" cy="28130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6"/>
          <p:cNvSpPr txBox="1"/>
          <p:nvPr>
            <p:ph idx="1" type="body"/>
          </p:nvPr>
        </p:nvSpPr>
        <p:spPr>
          <a:xfrm>
            <a:off x="324825" y="884100"/>
            <a:ext cx="8288400" cy="3603300"/>
          </a:xfrm>
          <a:prstGeom prst="rect">
            <a:avLst/>
          </a:prstGeom>
        </p:spPr>
        <p:txBody>
          <a:bodyPr anchorCtr="0" anchor="t" bIns="34275" lIns="68575" spcFirstLastPara="1" rIns="68575" wrap="square" tIns="34275">
            <a:noAutofit/>
          </a:bodyPr>
          <a:lstStyle/>
          <a:p>
            <a:pPr indent="-336550" lvl="0" marL="457200" marR="0" rtl="0" algn="l">
              <a:lnSpc>
                <a:spcPct val="150000"/>
              </a:lnSpc>
              <a:spcBef>
                <a:spcPts val="0"/>
              </a:spcBef>
              <a:spcAft>
                <a:spcPts val="0"/>
              </a:spcAft>
              <a:buSzPts val="1700"/>
              <a:buFont typeface="Tahoma"/>
              <a:buChar char="●"/>
            </a:pPr>
            <a:r>
              <a:rPr b="1" lang="en" sz="1700">
                <a:latin typeface="Tahoma"/>
                <a:ea typeface="Tahoma"/>
                <a:cs typeface="Tahoma"/>
                <a:sym typeface="Tahoma"/>
              </a:rPr>
              <a:t>Plot data</a:t>
            </a:r>
            <a:endParaRPr b="1" sz="1700">
              <a:latin typeface="Tahoma"/>
              <a:ea typeface="Tahoma"/>
              <a:cs typeface="Tahoma"/>
              <a:sym typeface="Tahoma"/>
            </a:endParaRPr>
          </a:p>
          <a:p>
            <a:pPr indent="-336550" lvl="1" marL="914400" marR="0" rtl="0" algn="l">
              <a:lnSpc>
                <a:spcPct val="150000"/>
              </a:lnSpc>
              <a:spcBef>
                <a:spcPts val="0"/>
              </a:spcBef>
              <a:spcAft>
                <a:spcPts val="0"/>
              </a:spcAft>
              <a:buSzPts val="1700"/>
              <a:buFont typeface="Tahoma"/>
              <a:buChar char="○"/>
            </a:pPr>
            <a:r>
              <a:rPr lang="en" sz="1700">
                <a:latin typeface="Tahoma"/>
                <a:ea typeface="Tahoma"/>
                <a:cs typeface="Tahoma"/>
                <a:sym typeface="Tahoma"/>
              </a:rPr>
              <a:t>Plot actual hardness values against predicted hardness values</a:t>
            </a:r>
            <a:endParaRPr sz="1700">
              <a:latin typeface="Tahoma"/>
              <a:ea typeface="Tahoma"/>
              <a:cs typeface="Tahoma"/>
              <a:sym typeface="Tahoma"/>
            </a:endParaRPr>
          </a:p>
        </p:txBody>
      </p:sp>
      <p:sp>
        <p:nvSpPr>
          <p:cNvPr id="306" name="Google Shape;306;p46"/>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307" name="Google Shape;307;p46"/>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Evaluating a Machine Learning Model</a:t>
            </a:r>
            <a:endParaRPr>
              <a:latin typeface="Tahoma"/>
              <a:ea typeface="Tahoma"/>
              <a:cs typeface="Tahoma"/>
              <a:sym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type="title"/>
          </p:nvPr>
        </p:nvSpPr>
        <p:spPr>
          <a:xfrm>
            <a:off x="222125" y="1633250"/>
            <a:ext cx="5818500" cy="1673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Let’s try! Complete: </a:t>
            </a:r>
            <a:endParaRPr/>
          </a:p>
          <a:p>
            <a:pPr indent="0" lvl="0" marL="0" rtl="0" algn="l">
              <a:spcBef>
                <a:spcPts val="0"/>
              </a:spcBef>
              <a:spcAft>
                <a:spcPts val="0"/>
              </a:spcAft>
              <a:buNone/>
            </a:pPr>
            <a:r>
              <a:rPr lang="en"/>
              <a:t>Section 1 - Read in the Data Set</a:t>
            </a:r>
            <a:endParaRPr/>
          </a:p>
          <a:p>
            <a:pPr indent="0" lvl="0" marL="0" rtl="0" algn="l">
              <a:spcBef>
                <a:spcPts val="0"/>
              </a:spcBef>
              <a:spcAft>
                <a:spcPts val="0"/>
              </a:spcAft>
              <a:buNone/>
            </a:pPr>
            <a:r>
              <a:rPr lang="en"/>
              <a:t>Section 2</a:t>
            </a:r>
            <a:r>
              <a:rPr lang="en"/>
              <a:t> - Training Our Machine Learning Model</a:t>
            </a:r>
            <a:endParaRPr/>
          </a:p>
          <a:p>
            <a:pPr indent="0" lvl="0" marL="0" rtl="0" algn="l">
              <a:spcBef>
                <a:spcPts val="0"/>
              </a:spcBef>
              <a:spcAft>
                <a:spcPts val="0"/>
              </a:spcAft>
              <a:buNone/>
            </a:pPr>
            <a:r>
              <a:rPr lang="en"/>
              <a:t>Section 3 - Predicting the Hardness of Novel Materials</a:t>
            </a:r>
            <a:endParaRPr/>
          </a:p>
        </p:txBody>
      </p:sp>
      <p:sp>
        <p:nvSpPr>
          <p:cNvPr id="314" name="Google Shape;314;p47"/>
          <p:cNvSpPr txBox="1"/>
          <p:nvPr>
            <p:ph idx="12" type="sldNum"/>
          </p:nvPr>
        </p:nvSpPr>
        <p:spPr>
          <a:xfrm>
            <a:off x="3177023" y="3604807"/>
            <a:ext cx="508800" cy="205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315" name="Google Shape;315;p47"/>
          <p:cNvPicPr preferRelativeResize="0"/>
          <p:nvPr/>
        </p:nvPicPr>
        <p:blipFill>
          <a:blip r:embed="rId3">
            <a:alphaModFix/>
          </a:blip>
          <a:stretch>
            <a:fillRect/>
          </a:stretch>
        </p:blipFill>
        <p:spPr>
          <a:xfrm>
            <a:off x="6572244" y="1885838"/>
            <a:ext cx="2571750" cy="270033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8"/>
          <p:cNvSpPr txBox="1"/>
          <p:nvPr>
            <p:ph idx="1" type="body"/>
          </p:nvPr>
        </p:nvSpPr>
        <p:spPr>
          <a:xfrm>
            <a:off x="324825" y="884100"/>
            <a:ext cx="8288400" cy="3603300"/>
          </a:xfrm>
          <a:prstGeom prst="rect">
            <a:avLst/>
          </a:prstGeom>
        </p:spPr>
        <p:txBody>
          <a:bodyPr anchorCtr="0" anchor="t" bIns="34275" lIns="68575" spcFirstLastPara="1" rIns="68575" wrap="square" tIns="34275">
            <a:noAutofit/>
          </a:bodyPr>
          <a:lstStyle/>
          <a:p>
            <a:pPr indent="0" lvl="0" marL="0" marR="0" rtl="0" algn="l">
              <a:lnSpc>
                <a:spcPct val="150000"/>
              </a:lnSpc>
              <a:spcBef>
                <a:spcPts val="0"/>
              </a:spcBef>
              <a:spcAft>
                <a:spcPts val="0"/>
              </a:spcAft>
              <a:buNone/>
            </a:pPr>
            <a:r>
              <a:t/>
            </a:r>
            <a:endParaRPr b="1" sz="1700">
              <a:latin typeface="Tahoma"/>
              <a:ea typeface="Tahoma"/>
              <a:cs typeface="Tahoma"/>
              <a:sym typeface="Tahoma"/>
            </a:endParaRPr>
          </a:p>
          <a:p>
            <a:pPr indent="0" lvl="0" marL="0" marR="0" rtl="0" algn="l">
              <a:lnSpc>
                <a:spcPct val="150000"/>
              </a:lnSpc>
              <a:spcBef>
                <a:spcPts val="0"/>
              </a:spcBef>
              <a:spcAft>
                <a:spcPts val="0"/>
              </a:spcAft>
              <a:buNone/>
            </a:pPr>
            <a:r>
              <a:rPr lang="en" sz="2000">
                <a:latin typeface="Tahoma"/>
                <a:ea typeface="Tahoma"/>
                <a:cs typeface="Tahoma"/>
                <a:sym typeface="Tahoma"/>
              </a:rPr>
              <a:t>What values did we get for RMSE?</a:t>
            </a:r>
            <a:endParaRPr sz="2000">
              <a:latin typeface="Tahoma"/>
              <a:ea typeface="Tahoma"/>
              <a:cs typeface="Tahoma"/>
              <a:sym typeface="Tahoma"/>
            </a:endParaRPr>
          </a:p>
          <a:p>
            <a:pPr indent="0" lvl="0" marL="0" marR="0" rtl="0" algn="l">
              <a:lnSpc>
                <a:spcPct val="150000"/>
              </a:lnSpc>
              <a:spcBef>
                <a:spcPts val="0"/>
              </a:spcBef>
              <a:spcAft>
                <a:spcPts val="0"/>
              </a:spcAft>
              <a:buNone/>
            </a:pPr>
            <a:r>
              <a:t/>
            </a:r>
            <a:endParaRPr sz="2000">
              <a:latin typeface="Tahoma"/>
              <a:ea typeface="Tahoma"/>
              <a:cs typeface="Tahoma"/>
              <a:sym typeface="Tahoma"/>
            </a:endParaRPr>
          </a:p>
          <a:p>
            <a:pPr indent="0" lvl="0" marL="0" marR="0" rtl="0" algn="l">
              <a:lnSpc>
                <a:spcPct val="150000"/>
              </a:lnSpc>
              <a:spcBef>
                <a:spcPts val="0"/>
              </a:spcBef>
              <a:spcAft>
                <a:spcPts val="0"/>
              </a:spcAft>
              <a:buNone/>
            </a:pPr>
            <a:r>
              <a:t/>
            </a:r>
            <a:endParaRPr sz="2000">
              <a:latin typeface="Tahoma"/>
              <a:ea typeface="Tahoma"/>
              <a:cs typeface="Tahoma"/>
              <a:sym typeface="Tahoma"/>
            </a:endParaRPr>
          </a:p>
          <a:p>
            <a:pPr indent="0" lvl="0" marL="0" marR="0" rtl="0" algn="l">
              <a:lnSpc>
                <a:spcPct val="150000"/>
              </a:lnSpc>
              <a:spcBef>
                <a:spcPts val="0"/>
              </a:spcBef>
              <a:spcAft>
                <a:spcPts val="0"/>
              </a:spcAft>
              <a:buNone/>
            </a:pPr>
            <a:r>
              <a:rPr lang="en" sz="2000">
                <a:latin typeface="Tahoma"/>
                <a:ea typeface="Tahoma"/>
                <a:cs typeface="Tahoma"/>
                <a:sym typeface="Tahoma"/>
              </a:rPr>
              <a:t>What is the average hardness value of the data set? (Can find it with code) </a:t>
            </a:r>
            <a:endParaRPr sz="2000">
              <a:latin typeface="Tahoma"/>
              <a:ea typeface="Tahoma"/>
              <a:cs typeface="Tahoma"/>
              <a:sym typeface="Tahoma"/>
            </a:endParaRPr>
          </a:p>
          <a:p>
            <a:pPr indent="0" lvl="0" marL="0" marR="0" rtl="0" algn="l">
              <a:lnSpc>
                <a:spcPct val="150000"/>
              </a:lnSpc>
              <a:spcBef>
                <a:spcPts val="0"/>
              </a:spcBef>
              <a:spcAft>
                <a:spcPts val="0"/>
              </a:spcAft>
              <a:buNone/>
            </a:pPr>
            <a:r>
              <a:t/>
            </a:r>
            <a:endParaRPr sz="2000">
              <a:latin typeface="Tahoma"/>
              <a:ea typeface="Tahoma"/>
              <a:cs typeface="Tahoma"/>
              <a:sym typeface="Tahoma"/>
            </a:endParaRPr>
          </a:p>
        </p:txBody>
      </p:sp>
      <p:sp>
        <p:nvSpPr>
          <p:cNvPr id="322" name="Google Shape;322;p48"/>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323" name="Google Shape;323;p48"/>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Evaluating a Machine Learning Model:</a:t>
            </a:r>
            <a:endParaRPr>
              <a:latin typeface="Tahoma"/>
              <a:ea typeface="Tahoma"/>
              <a:cs typeface="Tahoma"/>
              <a:sym typeface="Tahoma"/>
            </a:endParaRPr>
          </a:p>
          <a:p>
            <a:pPr indent="0" lvl="0" marL="0" rtl="0" algn="l">
              <a:spcBef>
                <a:spcPts val="0"/>
              </a:spcBef>
              <a:spcAft>
                <a:spcPts val="0"/>
              </a:spcAft>
              <a:buNone/>
            </a:pPr>
            <a:r>
              <a:rPr lang="en">
                <a:latin typeface="Tahoma"/>
                <a:ea typeface="Tahoma"/>
                <a:cs typeface="Tahoma"/>
                <a:sym typeface="Tahoma"/>
              </a:rPr>
              <a:t>Comparing Results - RMSE</a:t>
            </a:r>
            <a:endParaRPr>
              <a:latin typeface="Tahoma"/>
              <a:ea typeface="Tahoma"/>
              <a:cs typeface="Tahoma"/>
              <a:sym typeface="Tahom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9"/>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330" name="Google Shape;330;p49"/>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Evaluating a Machine Learning Model: Plot</a:t>
            </a:r>
            <a:endParaRPr>
              <a:latin typeface="Tahoma"/>
              <a:ea typeface="Tahoma"/>
              <a:cs typeface="Tahoma"/>
              <a:sym typeface="Tahoma"/>
            </a:endParaRPr>
          </a:p>
        </p:txBody>
      </p:sp>
      <p:pic>
        <p:nvPicPr>
          <p:cNvPr id="331" name="Google Shape;331;p49"/>
          <p:cNvPicPr preferRelativeResize="0"/>
          <p:nvPr/>
        </p:nvPicPr>
        <p:blipFill>
          <a:blip r:embed="rId3">
            <a:alphaModFix/>
          </a:blip>
          <a:stretch>
            <a:fillRect/>
          </a:stretch>
        </p:blipFill>
        <p:spPr>
          <a:xfrm>
            <a:off x="1855163" y="880850"/>
            <a:ext cx="5433665" cy="4014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0"/>
          <p:cNvSpPr txBox="1"/>
          <p:nvPr>
            <p:ph idx="1" type="body"/>
          </p:nvPr>
        </p:nvSpPr>
        <p:spPr>
          <a:xfrm>
            <a:off x="324825" y="884100"/>
            <a:ext cx="8288400" cy="3603300"/>
          </a:xfrm>
          <a:prstGeom prst="rect">
            <a:avLst/>
          </a:prstGeom>
        </p:spPr>
        <p:txBody>
          <a:bodyPr anchorCtr="0" anchor="t" bIns="34275" lIns="68575" spcFirstLastPara="1" rIns="68575" wrap="square" tIns="34275">
            <a:noAutofit/>
          </a:bodyPr>
          <a:lstStyle/>
          <a:p>
            <a:pPr indent="-336550" lvl="0" marL="457200" rtl="0" algn="l">
              <a:lnSpc>
                <a:spcPct val="150000"/>
              </a:lnSpc>
              <a:spcBef>
                <a:spcPts val="0"/>
              </a:spcBef>
              <a:spcAft>
                <a:spcPts val="0"/>
              </a:spcAft>
              <a:buSzPts val="1700"/>
              <a:buFont typeface="Tahoma"/>
              <a:buChar char="●"/>
            </a:pPr>
            <a:r>
              <a:rPr lang="en" sz="1700">
                <a:latin typeface="Tahoma"/>
                <a:ea typeface="Tahoma"/>
                <a:cs typeface="Tahoma"/>
                <a:sym typeface="Tahoma"/>
              </a:rPr>
              <a:t>Generally, we want models that perform well on both the training and the test data. </a:t>
            </a:r>
            <a:endParaRPr sz="1700">
              <a:latin typeface="Tahoma"/>
              <a:ea typeface="Tahoma"/>
              <a:cs typeface="Tahoma"/>
              <a:sym typeface="Tahoma"/>
            </a:endParaRPr>
          </a:p>
          <a:p>
            <a:pPr indent="-336550" lvl="0" marL="457200" rtl="0" algn="l">
              <a:lnSpc>
                <a:spcPct val="150000"/>
              </a:lnSpc>
              <a:spcBef>
                <a:spcPts val="0"/>
              </a:spcBef>
              <a:spcAft>
                <a:spcPts val="0"/>
              </a:spcAft>
              <a:buSzPts val="1700"/>
              <a:buFont typeface="Tahoma"/>
              <a:buChar char="●"/>
            </a:pPr>
            <a:r>
              <a:rPr lang="en" sz="1700">
                <a:latin typeface="Tahoma"/>
                <a:ea typeface="Tahoma"/>
                <a:cs typeface="Tahoma"/>
                <a:sym typeface="Tahoma"/>
              </a:rPr>
              <a:t>A model that performs poorly on the training data is called underfit.</a:t>
            </a:r>
            <a:endParaRPr sz="1700">
              <a:latin typeface="Tahoma"/>
              <a:ea typeface="Tahoma"/>
              <a:cs typeface="Tahoma"/>
              <a:sym typeface="Tahoma"/>
            </a:endParaRPr>
          </a:p>
          <a:p>
            <a:pPr indent="-336550" lvl="0" marL="457200" rtl="0" algn="l">
              <a:lnSpc>
                <a:spcPct val="150000"/>
              </a:lnSpc>
              <a:spcBef>
                <a:spcPts val="0"/>
              </a:spcBef>
              <a:spcAft>
                <a:spcPts val="0"/>
              </a:spcAft>
              <a:buSzPts val="1700"/>
              <a:buFont typeface="Tahoma"/>
              <a:buChar char="●"/>
            </a:pPr>
            <a:r>
              <a:rPr lang="en" sz="1700">
                <a:latin typeface="Tahoma"/>
                <a:ea typeface="Tahoma"/>
                <a:cs typeface="Tahoma"/>
                <a:sym typeface="Tahoma"/>
              </a:rPr>
              <a:t>A model that performs well on the training data and poorly on the testing data set is called overfit.</a:t>
            </a:r>
            <a:endParaRPr sz="1700">
              <a:latin typeface="Tahoma"/>
              <a:ea typeface="Tahoma"/>
              <a:cs typeface="Tahoma"/>
              <a:sym typeface="Tahoma"/>
            </a:endParaRPr>
          </a:p>
        </p:txBody>
      </p:sp>
      <p:sp>
        <p:nvSpPr>
          <p:cNvPr id="338" name="Google Shape;338;p50"/>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339" name="Google Shape;339;p50"/>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Evaluating a Machine Learning Model</a:t>
            </a:r>
            <a:endParaRPr>
              <a:latin typeface="Tahoma"/>
              <a:ea typeface="Tahoma"/>
              <a:cs typeface="Tahoma"/>
              <a:sym typeface="Tahom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1"/>
          <p:cNvSpPr txBox="1"/>
          <p:nvPr>
            <p:ph idx="1" type="body"/>
          </p:nvPr>
        </p:nvSpPr>
        <p:spPr>
          <a:xfrm>
            <a:off x="324825" y="884100"/>
            <a:ext cx="3672300" cy="3603300"/>
          </a:xfrm>
          <a:prstGeom prst="rect">
            <a:avLst/>
          </a:prstGeom>
        </p:spPr>
        <p:txBody>
          <a:bodyPr anchorCtr="0" anchor="t" bIns="34275" lIns="68575" spcFirstLastPara="1" rIns="68575" wrap="square" tIns="34275">
            <a:noAutofit/>
          </a:bodyPr>
          <a:lstStyle/>
          <a:p>
            <a:pPr indent="0" lvl="0" marL="0" marR="0" rtl="0" algn="l">
              <a:lnSpc>
                <a:spcPct val="150000"/>
              </a:lnSpc>
              <a:spcBef>
                <a:spcPts val="0"/>
              </a:spcBef>
              <a:spcAft>
                <a:spcPts val="0"/>
              </a:spcAft>
              <a:buNone/>
            </a:pPr>
            <a:r>
              <a:rPr b="1" lang="en" sz="1700">
                <a:latin typeface="Tahoma"/>
                <a:ea typeface="Tahoma"/>
                <a:cs typeface="Tahoma"/>
                <a:sym typeface="Tahoma"/>
              </a:rPr>
              <a:t>Repeat!</a:t>
            </a:r>
            <a:endParaRPr b="1" sz="1700">
              <a:latin typeface="Tahoma"/>
              <a:ea typeface="Tahoma"/>
              <a:cs typeface="Tahoma"/>
              <a:sym typeface="Tahoma"/>
            </a:endParaRPr>
          </a:p>
          <a:p>
            <a:pPr indent="0" lvl="0" marL="0" marR="0" rtl="0" algn="l">
              <a:lnSpc>
                <a:spcPct val="150000"/>
              </a:lnSpc>
              <a:spcBef>
                <a:spcPts val="0"/>
              </a:spcBef>
              <a:spcAft>
                <a:spcPts val="0"/>
              </a:spcAft>
              <a:buNone/>
            </a:pPr>
            <a:r>
              <a:rPr lang="en" sz="1700">
                <a:latin typeface="Tahoma"/>
                <a:ea typeface="Tahoma"/>
                <a:cs typeface="Tahoma"/>
                <a:sym typeface="Tahoma"/>
              </a:rPr>
              <a:t>Try out different models and see which performs best for your task.</a:t>
            </a:r>
            <a:endParaRPr sz="1700">
              <a:latin typeface="Tahoma"/>
              <a:ea typeface="Tahoma"/>
              <a:cs typeface="Tahoma"/>
              <a:sym typeface="Tahoma"/>
            </a:endParaRPr>
          </a:p>
          <a:p>
            <a:pPr indent="0" lvl="0" marL="0" marR="0" rtl="0" algn="l">
              <a:lnSpc>
                <a:spcPct val="150000"/>
              </a:lnSpc>
              <a:spcBef>
                <a:spcPts val="0"/>
              </a:spcBef>
              <a:spcAft>
                <a:spcPts val="0"/>
              </a:spcAft>
              <a:buNone/>
            </a:pPr>
            <a:r>
              <a:t/>
            </a:r>
            <a:endParaRPr sz="1700">
              <a:latin typeface="Tahoma"/>
              <a:ea typeface="Tahoma"/>
              <a:cs typeface="Tahoma"/>
              <a:sym typeface="Tahoma"/>
            </a:endParaRPr>
          </a:p>
          <a:p>
            <a:pPr indent="0" lvl="0" marL="0" marR="0" rtl="0" algn="l">
              <a:lnSpc>
                <a:spcPct val="150000"/>
              </a:lnSpc>
              <a:spcBef>
                <a:spcPts val="0"/>
              </a:spcBef>
              <a:spcAft>
                <a:spcPts val="0"/>
              </a:spcAft>
              <a:buNone/>
            </a:pPr>
            <a:r>
              <a:rPr lang="en" sz="1700">
                <a:latin typeface="Tahoma"/>
                <a:ea typeface="Tahoma"/>
                <a:cs typeface="Tahoma"/>
                <a:sym typeface="Tahoma"/>
              </a:rPr>
              <a:t>Once you are satisfied with a model, go back to the original dataset and use the trained model to predict the hardness of materials that have missing hardness data.</a:t>
            </a:r>
            <a:endParaRPr sz="1700">
              <a:latin typeface="Tahoma"/>
              <a:ea typeface="Tahoma"/>
              <a:cs typeface="Tahoma"/>
              <a:sym typeface="Tahoma"/>
            </a:endParaRPr>
          </a:p>
          <a:p>
            <a:pPr indent="0" lvl="0" marL="0" marR="0" rtl="0" algn="l">
              <a:lnSpc>
                <a:spcPct val="150000"/>
              </a:lnSpc>
              <a:spcBef>
                <a:spcPts val="0"/>
              </a:spcBef>
              <a:spcAft>
                <a:spcPts val="0"/>
              </a:spcAft>
              <a:buNone/>
            </a:pPr>
            <a:r>
              <a:t/>
            </a:r>
            <a:endParaRPr sz="1700">
              <a:latin typeface="Tahoma"/>
              <a:ea typeface="Tahoma"/>
              <a:cs typeface="Tahoma"/>
              <a:sym typeface="Tahoma"/>
            </a:endParaRPr>
          </a:p>
        </p:txBody>
      </p:sp>
      <p:sp>
        <p:nvSpPr>
          <p:cNvPr id="346" name="Google Shape;346;p51"/>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347" name="Google Shape;347;p51"/>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Cell Phone Design Challenge ML Task - Implementation</a:t>
            </a:r>
            <a:endParaRPr>
              <a:latin typeface="Tahoma"/>
              <a:ea typeface="Tahoma"/>
              <a:cs typeface="Tahoma"/>
              <a:sym typeface="Tahoma"/>
            </a:endParaRPr>
          </a:p>
        </p:txBody>
      </p:sp>
      <p:pic>
        <p:nvPicPr>
          <p:cNvPr id="348" name="Google Shape;348;p51"/>
          <p:cNvPicPr preferRelativeResize="0"/>
          <p:nvPr/>
        </p:nvPicPr>
        <p:blipFill rotWithShape="1">
          <a:blip r:embed="rId3">
            <a:alphaModFix/>
          </a:blip>
          <a:srcRect b="8481" l="0" r="0" t="18145"/>
          <a:stretch/>
        </p:blipFill>
        <p:spPr>
          <a:xfrm>
            <a:off x="4685350" y="798775"/>
            <a:ext cx="3973350" cy="3773950"/>
          </a:xfrm>
          <a:prstGeom prst="rect">
            <a:avLst/>
          </a:prstGeom>
          <a:noFill/>
          <a:ln cap="flat" cmpd="sng" w="28575">
            <a:solidFill>
              <a:srgbClr val="4198B5"/>
            </a:solidFill>
            <a:prstDash val="solid"/>
            <a:round/>
            <a:headEnd len="sm" w="sm" type="none"/>
            <a:tailEnd len="sm" w="sm" type="none"/>
          </a:ln>
        </p:spPr>
      </p:pic>
      <p:sp>
        <p:nvSpPr>
          <p:cNvPr id="349" name="Google Shape;349;p51"/>
          <p:cNvSpPr/>
          <p:nvPr/>
        </p:nvSpPr>
        <p:spPr>
          <a:xfrm>
            <a:off x="6644950" y="1802275"/>
            <a:ext cx="1745100" cy="2570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2"/>
          <p:cNvSpPr txBox="1"/>
          <p:nvPr>
            <p:ph type="title"/>
          </p:nvPr>
        </p:nvSpPr>
        <p:spPr>
          <a:xfrm>
            <a:off x="222125" y="1633250"/>
            <a:ext cx="5335200" cy="16737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t>Complete Section 3 - Predicting the Hardness of Novel Materials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are done early, try Section 4 - Bonus: Testing Different Models</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sz="1800"/>
              <a:t>(There’s a lot of different models out there - we recommend starting with Ordinary Least Squares, but feel free to explore using the link in the notebook!)</a:t>
            </a:r>
            <a:endParaRPr i="1" sz="1800"/>
          </a:p>
        </p:txBody>
      </p:sp>
      <p:sp>
        <p:nvSpPr>
          <p:cNvPr id="356" name="Google Shape;356;p52"/>
          <p:cNvSpPr txBox="1"/>
          <p:nvPr>
            <p:ph idx="12" type="sldNum"/>
          </p:nvPr>
        </p:nvSpPr>
        <p:spPr>
          <a:xfrm>
            <a:off x="3177023" y="3604807"/>
            <a:ext cx="508800" cy="205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357" name="Google Shape;357;p52"/>
          <p:cNvPicPr preferRelativeResize="0"/>
          <p:nvPr/>
        </p:nvPicPr>
        <p:blipFill>
          <a:blip r:embed="rId3">
            <a:alphaModFix/>
          </a:blip>
          <a:stretch>
            <a:fillRect/>
          </a:stretch>
        </p:blipFill>
        <p:spPr>
          <a:xfrm>
            <a:off x="6572244" y="1885838"/>
            <a:ext cx="2571750" cy="270033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3"/>
          <p:cNvSpPr txBox="1"/>
          <p:nvPr>
            <p:ph idx="1" type="body"/>
          </p:nvPr>
        </p:nvSpPr>
        <p:spPr>
          <a:xfrm>
            <a:off x="324825" y="884100"/>
            <a:ext cx="8288400" cy="3603300"/>
          </a:xfrm>
          <a:prstGeom prst="rect">
            <a:avLst/>
          </a:prstGeom>
        </p:spPr>
        <p:txBody>
          <a:bodyPr anchorCtr="0" anchor="t" bIns="34275" lIns="68575" spcFirstLastPara="1" rIns="68575" wrap="square" tIns="34275">
            <a:noAutofit/>
          </a:bodyPr>
          <a:lstStyle/>
          <a:p>
            <a:pPr indent="-342900" lvl="0" marL="457200" marR="0" rtl="0" algn="l">
              <a:lnSpc>
                <a:spcPct val="150000"/>
              </a:lnSpc>
              <a:spcBef>
                <a:spcPts val="0"/>
              </a:spcBef>
              <a:spcAft>
                <a:spcPts val="0"/>
              </a:spcAft>
              <a:buSzPts val="1800"/>
              <a:buFont typeface="Tahoma"/>
              <a:buChar char="●"/>
            </a:pPr>
            <a:r>
              <a:rPr lang="en" u="sng">
                <a:solidFill>
                  <a:schemeClr val="hlink"/>
                </a:solidFill>
                <a:latin typeface="Tahoma"/>
                <a:ea typeface="Tahoma"/>
                <a:cs typeface="Tahoma"/>
                <a:sym typeface="Tahoma"/>
                <a:hlinkClick r:id="rId3"/>
              </a:rPr>
              <a:t>Introduction to Machine Learning with Scikit Learn</a:t>
            </a:r>
            <a:endParaRPr>
              <a:latin typeface="Tahoma"/>
              <a:ea typeface="Tahoma"/>
              <a:cs typeface="Tahoma"/>
              <a:sym typeface="Tahoma"/>
            </a:endParaRPr>
          </a:p>
          <a:p>
            <a:pPr indent="-342900" lvl="0" marL="457200" marR="0" rtl="0" algn="l">
              <a:lnSpc>
                <a:spcPct val="150000"/>
              </a:lnSpc>
              <a:spcBef>
                <a:spcPts val="0"/>
              </a:spcBef>
              <a:spcAft>
                <a:spcPts val="0"/>
              </a:spcAft>
              <a:buSzPts val="1800"/>
              <a:buFont typeface="Tahoma"/>
              <a:buChar char="●"/>
            </a:pPr>
            <a:r>
              <a:rPr lang="en" u="sng">
                <a:solidFill>
                  <a:schemeClr val="hlink"/>
                </a:solidFill>
                <a:latin typeface="Tahoma"/>
                <a:ea typeface="Tahoma"/>
                <a:cs typeface="Tahoma"/>
                <a:sym typeface="Tahoma"/>
                <a:hlinkClick r:id="rId4"/>
              </a:rPr>
              <a:t>Google Cloud Topics on AI/ML</a:t>
            </a:r>
            <a:endParaRPr>
              <a:latin typeface="Tahoma"/>
              <a:ea typeface="Tahoma"/>
              <a:cs typeface="Tahoma"/>
              <a:sym typeface="Tahoma"/>
            </a:endParaRPr>
          </a:p>
          <a:p>
            <a:pPr indent="-342900" lvl="0" marL="457200" marR="0" rtl="0" algn="l">
              <a:lnSpc>
                <a:spcPct val="150000"/>
              </a:lnSpc>
              <a:spcBef>
                <a:spcPts val="0"/>
              </a:spcBef>
              <a:spcAft>
                <a:spcPts val="0"/>
              </a:spcAft>
              <a:buSzPts val="1800"/>
              <a:buFont typeface="Tahoma"/>
              <a:buChar char="●"/>
            </a:pPr>
            <a:r>
              <a:rPr lang="en" u="sng">
                <a:solidFill>
                  <a:schemeClr val="hlink"/>
                </a:solidFill>
                <a:latin typeface="Tahoma"/>
                <a:ea typeface="Tahoma"/>
                <a:cs typeface="Tahoma"/>
                <a:sym typeface="Tahoma"/>
                <a:hlinkClick r:id="rId5"/>
              </a:rPr>
              <a:t>Scikit-learn user guide</a:t>
            </a:r>
            <a:endParaRPr>
              <a:latin typeface="Tahoma"/>
              <a:ea typeface="Tahoma"/>
              <a:cs typeface="Tahoma"/>
              <a:sym typeface="Tahoma"/>
            </a:endParaRPr>
          </a:p>
        </p:txBody>
      </p:sp>
      <p:sp>
        <p:nvSpPr>
          <p:cNvPr id="364" name="Google Shape;364;p53"/>
          <p:cNvSpPr txBox="1"/>
          <p:nvPr>
            <p:ph idx="12" type="sldNum"/>
          </p:nvPr>
        </p:nvSpPr>
        <p:spPr>
          <a:xfrm>
            <a:off x="5648041" y="6408545"/>
            <a:ext cx="904500" cy="3651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SzPts val="500"/>
              <a:buFont typeface="Arial"/>
              <a:buNone/>
            </a:pPr>
            <a:fld id="{00000000-1234-1234-1234-123412341234}" type="slidenum">
              <a:rPr lang="en"/>
              <a:t>‹#›</a:t>
            </a:fld>
            <a:endParaRPr/>
          </a:p>
        </p:txBody>
      </p:sp>
      <p:sp>
        <p:nvSpPr>
          <p:cNvPr id="365" name="Google Shape;365;p53"/>
          <p:cNvSpPr txBox="1"/>
          <p:nvPr>
            <p:ph type="title"/>
          </p:nvPr>
        </p:nvSpPr>
        <p:spPr>
          <a:xfrm>
            <a:off x="241350" y="-33325"/>
            <a:ext cx="8767500" cy="8574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latin typeface="Tahoma"/>
                <a:ea typeface="Tahoma"/>
                <a:cs typeface="Tahoma"/>
                <a:sym typeface="Tahoma"/>
              </a:rPr>
              <a:t>Resources to learn more on machine learning</a:t>
            </a:r>
            <a:endParaRPr>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BNL_Template_102416">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